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  <p:sldMasterId id="2147483673" r:id="rId2"/>
  </p:sldMasterIdLst>
  <p:notesMasterIdLst>
    <p:notesMasterId r:id="rId10"/>
  </p:notesMasterIdLst>
  <p:sldIdLst>
    <p:sldId id="256" r:id="rId3"/>
    <p:sldId id="257" r:id="rId4"/>
    <p:sldId id="260" r:id="rId5"/>
    <p:sldId id="258" r:id="rId6"/>
    <p:sldId id="274" r:id="rId7"/>
    <p:sldId id="259" r:id="rId8"/>
    <p:sldId id="279" r:id="rId9"/>
  </p:sldIdLst>
  <p:sldSz cx="9144000" cy="5143500" type="screen16x9"/>
  <p:notesSz cx="6858000" cy="9144000"/>
  <p:embeddedFontLst>
    <p:embeddedFont>
      <p:font typeface="Fira Sans Extra Condensed Medium" panose="020B0604020202020204" charset="0"/>
      <p:regular r:id="rId11"/>
      <p:bold r:id="rId12"/>
      <p:italic r:id="rId13"/>
      <p:boldItalic r:id="rId14"/>
    </p:embeddedFont>
    <p:embeddedFont>
      <p:font typeface="Fira Sans Extra Condensed SemiBold" panose="020B0604020202020204" charset="0"/>
      <p:regular r:id="rId15"/>
      <p:bold r:id="rId16"/>
      <p:italic r:id="rId17"/>
      <p:boldItalic r:id="rId18"/>
    </p:embeddedFont>
    <p:embeddedFont>
      <p:font typeface="Nunito" pitchFamily="2" charset="0"/>
      <p:regular r:id="rId19"/>
      <p:bold r:id="rId20"/>
    </p:embeddedFont>
    <p:embeddedFont>
      <p:font typeface="PT Sans" panose="020B0503020203020204" pitchFamily="34" charset="0"/>
      <p:regular r:id="rId21"/>
      <p:bold r:id="rId22"/>
      <p:italic r:id="rId23"/>
      <p:boldItalic r:id="rId24"/>
    </p:embeddedFont>
    <p:embeddedFont>
      <p:font typeface="Roboto" panose="020000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67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font" Target="fonts/font16.fntdata"/><Relationship Id="rId3" Type="http://schemas.openxmlformats.org/officeDocument/2006/relationships/slide" Target="slides/slide1.xml"/><Relationship Id="rId21" Type="http://schemas.openxmlformats.org/officeDocument/2006/relationships/font" Target="fonts/font11.fntdata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font" Target="fonts/font15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24" Type="http://schemas.openxmlformats.org/officeDocument/2006/relationships/font" Target="fonts/font14.fntdata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28" Type="http://schemas.openxmlformats.org/officeDocument/2006/relationships/font" Target="fonts/font18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font" Target="fonts/font1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86a83e6df0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86a83e6df0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8e1e40de6c_2_1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8e1e40de6c_2_1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8cfc2b9370_0_9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8cfc2b9370_0_9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8e1e40de6c_2_1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8e1e40de6c_2_13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6" name="Google Shape;1636;g8cfc2b9370_0_38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7" name="Google Shape;1637;g8cfc2b9370_0_38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8e1e40de6c_2_14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8e1e40de6c_2_14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3" name="Google Shape;1973;g8cfc2b9370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4" name="Google Shape;1974;g8cfc2b9370_0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47026" y="1602475"/>
            <a:ext cx="4113300" cy="15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sz="5000">
                <a:solidFill>
                  <a:schemeClr val="dk1"/>
                </a:solidFill>
                <a:latin typeface="Fira Sans Extra Condensed SemiBold"/>
                <a:ea typeface="Fira Sans Extra Condensed SemiBold"/>
                <a:cs typeface="Fira Sans Extra Condensed SemiBold"/>
                <a:sym typeface="Fira Sans Extra Condense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47026" y="3150425"/>
            <a:ext cx="4113300" cy="39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6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ctrTitle"/>
          </p:nvPr>
        </p:nvSpPr>
        <p:spPr>
          <a:xfrm>
            <a:off x="710275" y="1526263"/>
            <a:ext cx="4113300" cy="15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subTitle" idx="1"/>
          </p:nvPr>
        </p:nvSpPr>
        <p:spPr>
          <a:xfrm>
            <a:off x="710275" y="3226613"/>
            <a:ext cx="4113300" cy="39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8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9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0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6" name="Google Shape;86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9" name="Google Shape;89;p2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EA4335"/>
          </p15:clr>
        </p15:guide>
        <p15:guide id="2" pos="2880">
          <p15:clr>
            <a:srgbClr val="EA4335"/>
          </p15:clr>
        </p15:guide>
        <p15:guide id="3" pos="447">
          <p15:clr>
            <a:srgbClr val="EA4335"/>
          </p15:clr>
        </p15:guide>
        <p15:guide id="4" pos="5313">
          <p15:clr>
            <a:srgbClr val="EA4335"/>
          </p15:clr>
        </p15:guide>
        <p15:guide id="5" orient="horz" pos="338">
          <p15:clr>
            <a:srgbClr val="EA4335"/>
          </p15:clr>
        </p15:guide>
        <p15:guide id="6" orient="horz" pos="2902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5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body" idx="1"/>
          </p:nvPr>
        </p:nvSpPr>
        <p:spPr>
          <a:xfrm>
            <a:off x="710275" y="1152475"/>
            <a:ext cx="7723500" cy="34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EA4335"/>
          </p15:clr>
        </p15:guide>
        <p15:guide id="2" pos="2880">
          <p15:clr>
            <a:srgbClr val="EA4335"/>
          </p15:clr>
        </p15:guide>
        <p15:guide id="3" pos="447">
          <p15:clr>
            <a:srgbClr val="EA4335"/>
          </p15:clr>
        </p15:guide>
        <p15:guide id="4" pos="5313">
          <p15:clr>
            <a:srgbClr val="EA4335"/>
          </p15:clr>
        </p15:guide>
        <p15:guide id="5" orient="horz" pos="338">
          <p15:clr>
            <a:srgbClr val="EA4335"/>
          </p15:clr>
        </p15:guide>
        <p15:guide id="6" orient="horz" pos="2902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7"/>
          <p:cNvSpPr txBox="1">
            <a:spLocks noGrp="1"/>
          </p:cNvSpPr>
          <p:nvPr>
            <p:ph type="ctrTitle"/>
          </p:nvPr>
        </p:nvSpPr>
        <p:spPr>
          <a:xfrm>
            <a:off x="432147" y="987419"/>
            <a:ext cx="4875289" cy="220265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Android Dice Rolling: A Java Project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98" name="Google Shape;98;p27"/>
          <p:cNvSpPr txBox="1">
            <a:spLocks noGrp="1"/>
          </p:cNvSpPr>
          <p:nvPr>
            <p:ph type="subTitle" idx="1"/>
          </p:nvPr>
        </p:nvSpPr>
        <p:spPr>
          <a:xfrm>
            <a:off x="443401" y="2852999"/>
            <a:ext cx="4687098" cy="89877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lnSpc>
                <a:spcPts val="2799"/>
              </a:lnSpc>
              <a:buNone/>
            </a:pPr>
            <a:r>
              <a:rPr lang="en-US" sz="1400" dirty="0">
                <a:solidFill>
                  <a:schemeClr val="tx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Create a dice rolling app in Java for Android. Learn about random number generation and its significance in gaming development.</a:t>
            </a:r>
            <a:endParaRPr lang="en-US" sz="1400" dirty="0">
              <a:solidFill>
                <a:schemeClr val="tx1"/>
              </a:solidFill>
            </a:endParaRPr>
          </a:p>
        </p:txBody>
      </p:sp>
      <p:grpSp>
        <p:nvGrpSpPr>
          <p:cNvPr id="99" name="Google Shape;99;p27"/>
          <p:cNvGrpSpPr/>
          <p:nvPr/>
        </p:nvGrpSpPr>
        <p:grpSpPr>
          <a:xfrm>
            <a:off x="4882758" y="2056076"/>
            <a:ext cx="1602322" cy="1458281"/>
            <a:chOff x="4603354" y="1250344"/>
            <a:chExt cx="1118159" cy="1017642"/>
          </a:xfrm>
        </p:grpSpPr>
        <p:sp>
          <p:nvSpPr>
            <p:cNvPr id="100" name="Google Shape;100;p27"/>
            <p:cNvSpPr/>
            <p:nvPr/>
          </p:nvSpPr>
          <p:spPr>
            <a:xfrm>
              <a:off x="5020127" y="1562974"/>
              <a:ext cx="290975" cy="290738"/>
            </a:xfrm>
            <a:custGeom>
              <a:avLst/>
              <a:gdLst/>
              <a:ahLst/>
              <a:cxnLst/>
              <a:rect l="l" t="t" r="r" b="b"/>
              <a:pathLst>
                <a:path w="14705" h="14693" extrusionOk="0">
                  <a:moveTo>
                    <a:pt x="7347" y="1"/>
                  </a:moveTo>
                  <a:cubicBezTo>
                    <a:pt x="3286" y="1"/>
                    <a:pt x="0" y="3287"/>
                    <a:pt x="0" y="7347"/>
                  </a:cubicBezTo>
                  <a:cubicBezTo>
                    <a:pt x="0" y="11407"/>
                    <a:pt x="3286" y="14693"/>
                    <a:pt x="7347" y="14693"/>
                  </a:cubicBezTo>
                  <a:cubicBezTo>
                    <a:pt x="11407" y="14693"/>
                    <a:pt x="14705" y="11407"/>
                    <a:pt x="14705" y="7347"/>
                  </a:cubicBezTo>
                  <a:cubicBezTo>
                    <a:pt x="14705" y="3287"/>
                    <a:pt x="11407" y="1"/>
                    <a:pt x="734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27"/>
            <p:cNvSpPr/>
            <p:nvPr/>
          </p:nvSpPr>
          <p:spPr>
            <a:xfrm>
              <a:off x="4907751" y="1743440"/>
              <a:ext cx="813761" cy="524547"/>
            </a:xfrm>
            <a:custGeom>
              <a:avLst/>
              <a:gdLst/>
              <a:ahLst/>
              <a:cxnLst/>
              <a:rect l="l" t="t" r="r" b="b"/>
              <a:pathLst>
                <a:path w="41125" h="26509" extrusionOk="0">
                  <a:moveTo>
                    <a:pt x="41089" y="1"/>
                  </a:moveTo>
                  <a:lnTo>
                    <a:pt x="16585" y="810"/>
                  </a:lnTo>
                  <a:cubicBezTo>
                    <a:pt x="14395" y="882"/>
                    <a:pt x="12418" y="2120"/>
                    <a:pt x="11382" y="4049"/>
                  </a:cubicBezTo>
                  <a:lnTo>
                    <a:pt x="0" y="25528"/>
                  </a:lnTo>
                  <a:cubicBezTo>
                    <a:pt x="1196" y="26165"/>
                    <a:pt x="2561" y="26508"/>
                    <a:pt x="3955" y="26508"/>
                  </a:cubicBezTo>
                  <a:cubicBezTo>
                    <a:pt x="4046" y="26508"/>
                    <a:pt x="4136" y="26507"/>
                    <a:pt x="4227" y="26504"/>
                  </a:cubicBezTo>
                  <a:lnTo>
                    <a:pt x="23789" y="25849"/>
                  </a:lnTo>
                  <a:cubicBezTo>
                    <a:pt x="26825" y="25754"/>
                    <a:pt x="29575" y="24040"/>
                    <a:pt x="31004" y="21349"/>
                  </a:cubicBezTo>
                  <a:lnTo>
                    <a:pt x="40100" y="4204"/>
                  </a:lnTo>
                  <a:cubicBezTo>
                    <a:pt x="40803" y="2882"/>
                    <a:pt x="41124" y="1430"/>
                    <a:pt x="41089" y="1"/>
                  </a:cubicBezTo>
                  <a:close/>
                </a:path>
              </a:pathLst>
            </a:custGeom>
            <a:solidFill>
              <a:srgbClr val="9A04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27"/>
            <p:cNvSpPr/>
            <p:nvPr/>
          </p:nvSpPr>
          <p:spPr>
            <a:xfrm>
              <a:off x="4871698" y="1250344"/>
              <a:ext cx="849101" cy="509192"/>
            </a:xfrm>
            <a:custGeom>
              <a:avLst/>
              <a:gdLst/>
              <a:ahLst/>
              <a:cxnLst/>
              <a:rect l="l" t="t" r="r" b="b"/>
              <a:pathLst>
                <a:path w="42911" h="25733" extrusionOk="0">
                  <a:moveTo>
                    <a:pt x="24825" y="0"/>
                  </a:moveTo>
                  <a:lnTo>
                    <a:pt x="3048" y="774"/>
                  </a:lnTo>
                  <a:cubicBezTo>
                    <a:pt x="1953" y="976"/>
                    <a:pt x="917" y="1369"/>
                    <a:pt x="0" y="1953"/>
                  </a:cubicBezTo>
                  <a:lnTo>
                    <a:pt x="13002" y="22848"/>
                  </a:lnTo>
                  <a:cubicBezTo>
                    <a:pt x="14121" y="24648"/>
                    <a:pt x="16091" y="25733"/>
                    <a:pt x="18195" y="25733"/>
                  </a:cubicBezTo>
                  <a:cubicBezTo>
                    <a:pt x="18262" y="25733"/>
                    <a:pt x="18329" y="25732"/>
                    <a:pt x="18396" y="25729"/>
                  </a:cubicBezTo>
                  <a:lnTo>
                    <a:pt x="42911" y="24920"/>
                  </a:lnTo>
                  <a:cubicBezTo>
                    <a:pt x="42875" y="23705"/>
                    <a:pt x="42589" y="22503"/>
                    <a:pt x="42041" y="21384"/>
                  </a:cubicBezTo>
                  <a:lnTo>
                    <a:pt x="30671" y="3227"/>
                  </a:lnTo>
                  <a:cubicBezTo>
                    <a:pt x="29242" y="1393"/>
                    <a:pt x="27135" y="226"/>
                    <a:pt x="24825" y="0"/>
                  </a:cubicBezTo>
                  <a:close/>
                </a:path>
              </a:pathLst>
            </a:custGeom>
            <a:solidFill>
              <a:srgbClr val="C23F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27"/>
            <p:cNvSpPr/>
            <p:nvPr/>
          </p:nvSpPr>
          <p:spPr>
            <a:xfrm>
              <a:off x="4603354" y="1288970"/>
              <a:ext cx="550132" cy="959595"/>
            </a:xfrm>
            <a:custGeom>
              <a:avLst/>
              <a:gdLst/>
              <a:ahLst/>
              <a:cxnLst/>
              <a:rect l="l" t="t" r="r" b="b"/>
              <a:pathLst>
                <a:path w="27802" h="48495" extrusionOk="0">
                  <a:moveTo>
                    <a:pt x="13561" y="1"/>
                  </a:moveTo>
                  <a:cubicBezTo>
                    <a:pt x="12561" y="632"/>
                    <a:pt x="11692" y="1465"/>
                    <a:pt x="11025" y="2465"/>
                  </a:cubicBezTo>
                  <a:lnTo>
                    <a:pt x="1060" y="21003"/>
                  </a:lnTo>
                  <a:cubicBezTo>
                    <a:pt x="0" y="23527"/>
                    <a:pt x="215" y="26444"/>
                    <a:pt x="1691" y="28790"/>
                  </a:cubicBezTo>
                  <a:lnTo>
                    <a:pt x="12145" y="45494"/>
                  </a:lnTo>
                  <a:cubicBezTo>
                    <a:pt x="12954" y="46780"/>
                    <a:pt x="14073" y="47804"/>
                    <a:pt x="15383" y="48495"/>
                  </a:cubicBezTo>
                  <a:lnTo>
                    <a:pt x="26777" y="27004"/>
                  </a:lnTo>
                  <a:cubicBezTo>
                    <a:pt x="27801" y="25075"/>
                    <a:pt x="27718" y="22754"/>
                    <a:pt x="26575" y="20908"/>
                  </a:cubicBezTo>
                  <a:lnTo>
                    <a:pt x="1356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7"/>
            <p:cNvSpPr/>
            <p:nvPr/>
          </p:nvSpPr>
          <p:spPr>
            <a:xfrm>
              <a:off x="5200890" y="1869449"/>
              <a:ext cx="117914" cy="83028"/>
            </a:xfrm>
            <a:custGeom>
              <a:avLst/>
              <a:gdLst/>
              <a:ahLst/>
              <a:cxnLst/>
              <a:rect l="l" t="t" r="r" b="b"/>
              <a:pathLst>
                <a:path w="5959" h="4196" extrusionOk="0">
                  <a:moveTo>
                    <a:pt x="4192" y="1"/>
                  </a:moveTo>
                  <a:cubicBezTo>
                    <a:pt x="4159" y="1"/>
                    <a:pt x="4127" y="1"/>
                    <a:pt x="4093" y="3"/>
                  </a:cubicBezTo>
                  <a:cubicBezTo>
                    <a:pt x="2772" y="38"/>
                    <a:pt x="1212" y="1015"/>
                    <a:pt x="593" y="2182"/>
                  </a:cubicBezTo>
                  <a:cubicBezTo>
                    <a:pt x="1" y="3307"/>
                    <a:pt x="529" y="4195"/>
                    <a:pt x="1769" y="4195"/>
                  </a:cubicBezTo>
                  <a:cubicBezTo>
                    <a:pt x="1801" y="4195"/>
                    <a:pt x="1834" y="4195"/>
                    <a:pt x="1867" y="4194"/>
                  </a:cubicBezTo>
                  <a:cubicBezTo>
                    <a:pt x="3188" y="4146"/>
                    <a:pt x="4748" y="3182"/>
                    <a:pt x="5367" y="2015"/>
                  </a:cubicBezTo>
                  <a:cubicBezTo>
                    <a:pt x="5959" y="889"/>
                    <a:pt x="5442" y="1"/>
                    <a:pt x="41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27"/>
            <p:cNvSpPr/>
            <p:nvPr/>
          </p:nvSpPr>
          <p:spPr>
            <a:xfrm>
              <a:off x="5322705" y="2062658"/>
              <a:ext cx="118211" cy="83009"/>
            </a:xfrm>
            <a:custGeom>
              <a:avLst/>
              <a:gdLst/>
              <a:ahLst/>
              <a:cxnLst/>
              <a:rect l="l" t="t" r="r" b="b"/>
              <a:pathLst>
                <a:path w="5974" h="4195" extrusionOk="0">
                  <a:moveTo>
                    <a:pt x="4169" y="1"/>
                  </a:moveTo>
                  <a:cubicBezTo>
                    <a:pt x="4144" y="1"/>
                    <a:pt x="4118" y="1"/>
                    <a:pt x="4093" y="2"/>
                  </a:cubicBezTo>
                  <a:cubicBezTo>
                    <a:pt x="2771" y="49"/>
                    <a:pt x="1211" y="1014"/>
                    <a:pt x="592" y="2181"/>
                  </a:cubicBezTo>
                  <a:cubicBezTo>
                    <a:pt x="0" y="3306"/>
                    <a:pt x="528" y="4195"/>
                    <a:pt x="1769" y="4195"/>
                  </a:cubicBezTo>
                  <a:cubicBezTo>
                    <a:pt x="1801" y="4195"/>
                    <a:pt x="1833" y="4194"/>
                    <a:pt x="1866" y="4193"/>
                  </a:cubicBezTo>
                  <a:cubicBezTo>
                    <a:pt x="3188" y="4157"/>
                    <a:pt x="4748" y="3181"/>
                    <a:pt x="5367" y="2026"/>
                  </a:cubicBezTo>
                  <a:cubicBezTo>
                    <a:pt x="5974" y="882"/>
                    <a:pt x="5436" y="1"/>
                    <a:pt x="41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27"/>
            <p:cNvSpPr/>
            <p:nvPr/>
          </p:nvSpPr>
          <p:spPr>
            <a:xfrm>
              <a:off x="5094332" y="2070198"/>
              <a:ext cx="118052" cy="83226"/>
            </a:xfrm>
            <a:custGeom>
              <a:avLst/>
              <a:gdLst/>
              <a:ahLst/>
              <a:cxnLst/>
              <a:rect l="l" t="t" r="r" b="b"/>
              <a:pathLst>
                <a:path w="5966" h="4206" extrusionOk="0">
                  <a:moveTo>
                    <a:pt x="4172" y="1"/>
                  </a:moveTo>
                  <a:cubicBezTo>
                    <a:pt x="4147" y="1"/>
                    <a:pt x="4122" y="1"/>
                    <a:pt x="4097" y="2"/>
                  </a:cubicBezTo>
                  <a:cubicBezTo>
                    <a:pt x="2775" y="49"/>
                    <a:pt x="1215" y="1026"/>
                    <a:pt x="596" y="2181"/>
                  </a:cubicBezTo>
                  <a:cubicBezTo>
                    <a:pt x="1" y="3313"/>
                    <a:pt x="528" y="4206"/>
                    <a:pt x="1795" y="4206"/>
                  </a:cubicBezTo>
                  <a:cubicBezTo>
                    <a:pt x="1820" y="4206"/>
                    <a:pt x="1845" y="4205"/>
                    <a:pt x="1870" y="4205"/>
                  </a:cubicBezTo>
                  <a:cubicBezTo>
                    <a:pt x="3192" y="4157"/>
                    <a:pt x="4751" y="3181"/>
                    <a:pt x="5371" y="2026"/>
                  </a:cubicBezTo>
                  <a:cubicBezTo>
                    <a:pt x="5966" y="882"/>
                    <a:pt x="5428" y="1"/>
                    <a:pt x="41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27"/>
            <p:cNvSpPr/>
            <p:nvPr/>
          </p:nvSpPr>
          <p:spPr>
            <a:xfrm>
              <a:off x="5429203" y="1861910"/>
              <a:ext cx="118131" cy="83028"/>
            </a:xfrm>
            <a:custGeom>
              <a:avLst/>
              <a:gdLst/>
              <a:ahLst/>
              <a:cxnLst/>
              <a:rect l="l" t="t" r="r" b="b"/>
              <a:pathLst>
                <a:path w="5970" h="4196" extrusionOk="0">
                  <a:moveTo>
                    <a:pt x="4191" y="1"/>
                  </a:moveTo>
                  <a:cubicBezTo>
                    <a:pt x="4159" y="1"/>
                    <a:pt x="4126" y="1"/>
                    <a:pt x="4092" y="3"/>
                  </a:cubicBezTo>
                  <a:cubicBezTo>
                    <a:pt x="2783" y="38"/>
                    <a:pt x="1211" y="1015"/>
                    <a:pt x="592" y="2170"/>
                  </a:cubicBezTo>
                  <a:cubicBezTo>
                    <a:pt x="0" y="3307"/>
                    <a:pt x="528" y="4195"/>
                    <a:pt x="1768" y="4195"/>
                  </a:cubicBezTo>
                  <a:cubicBezTo>
                    <a:pt x="1800" y="4195"/>
                    <a:pt x="1833" y="4195"/>
                    <a:pt x="1866" y="4194"/>
                  </a:cubicBezTo>
                  <a:cubicBezTo>
                    <a:pt x="3187" y="4146"/>
                    <a:pt x="4747" y="3170"/>
                    <a:pt x="5366" y="2015"/>
                  </a:cubicBezTo>
                  <a:cubicBezTo>
                    <a:pt x="5970" y="889"/>
                    <a:pt x="5442" y="1"/>
                    <a:pt x="41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27"/>
            <p:cNvSpPr/>
            <p:nvPr/>
          </p:nvSpPr>
          <p:spPr>
            <a:xfrm>
              <a:off x="4832359" y="1515463"/>
              <a:ext cx="74460" cy="115183"/>
            </a:xfrm>
            <a:custGeom>
              <a:avLst/>
              <a:gdLst/>
              <a:ahLst/>
              <a:cxnLst/>
              <a:rect l="l" t="t" r="r" b="b"/>
              <a:pathLst>
                <a:path w="3763" h="5821" extrusionOk="0">
                  <a:moveTo>
                    <a:pt x="1819" y="1"/>
                  </a:moveTo>
                  <a:cubicBezTo>
                    <a:pt x="1377" y="1"/>
                    <a:pt x="942" y="299"/>
                    <a:pt x="619" y="890"/>
                  </a:cubicBezTo>
                  <a:cubicBezTo>
                    <a:pt x="0" y="2044"/>
                    <a:pt x="60" y="3878"/>
                    <a:pt x="762" y="4997"/>
                  </a:cubicBezTo>
                  <a:cubicBezTo>
                    <a:pt x="1101" y="5547"/>
                    <a:pt x="1532" y="5821"/>
                    <a:pt x="1956" y="5821"/>
                  </a:cubicBezTo>
                  <a:cubicBezTo>
                    <a:pt x="2396" y="5821"/>
                    <a:pt x="2828" y="5526"/>
                    <a:pt x="3143" y="4938"/>
                  </a:cubicBezTo>
                  <a:cubicBezTo>
                    <a:pt x="3762" y="3783"/>
                    <a:pt x="3703" y="1937"/>
                    <a:pt x="3012" y="818"/>
                  </a:cubicBezTo>
                  <a:cubicBezTo>
                    <a:pt x="2669" y="272"/>
                    <a:pt x="2241" y="1"/>
                    <a:pt x="18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27"/>
            <p:cNvSpPr/>
            <p:nvPr/>
          </p:nvSpPr>
          <p:spPr>
            <a:xfrm>
              <a:off x="4838949" y="1712551"/>
              <a:ext cx="74460" cy="115183"/>
            </a:xfrm>
            <a:custGeom>
              <a:avLst/>
              <a:gdLst/>
              <a:ahLst/>
              <a:cxnLst/>
              <a:rect l="l" t="t" r="r" b="b"/>
              <a:pathLst>
                <a:path w="3763" h="5821" extrusionOk="0">
                  <a:moveTo>
                    <a:pt x="1807" y="0"/>
                  </a:moveTo>
                  <a:cubicBezTo>
                    <a:pt x="1367" y="0"/>
                    <a:pt x="935" y="295"/>
                    <a:pt x="620" y="883"/>
                  </a:cubicBezTo>
                  <a:cubicBezTo>
                    <a:pt x="0" y="2038"/>
                    <a:pt x="60" y="3884"/>
                    <a:pt x="762" y="5003"/>
                  </a:cubicBezTo>
                  <a:cubicBezTo>
                    <a:pt x="1100" y="5549"/>
                    <a:pt x="1528" y="5820"/>
                    <a:pt x="1949" y="5820"/>
                  </a:cubicBezTo>
                  <a:cubicBezTo>
                    <a:pt x="2391" y="5820"/>
                    <a:pt x="2827" y="5522"/>
                    <a:pt x="3144" y="4931"/>
                  </a:cubicBezTo>
                  <a:cubicBezTo>
                    <a:pt x="3763" y="3776"/>
                    <a:pt x="3703" y="1931"/>
                    <a:pt x="3001" y="824"/>
                  </a:cubicBezTo>
                  <a:cubicBezTo>
                    <a:pt x="2662" y="274"/>
                    <a:pt x="2231" y="0"/>
                    <a:pt x="180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27"/>
            <p:cNvSpPr/>
            <p:nvPr/>
          </p:nvSpPr>
          <p:spPr>
            <a:xfrm>
              <a:off x="4845538" y="1909619"/>
              <a:ext cx="74480" cy="115223"/>
            </a:xfrm>
            <a:custGeom>
              <a:avLst/>
              <a:gdLst/>
              <a:ahLst/>
              <a:cxnLst/>
              <a:rect l="l" t="t" r="r" b="b"/>
              <a:pathLst>
                <a:path w="3764" h="5823" extrusionOk="0">
                  <a:moveTo>
                    <a:pt x="1814" y="1"/>
                  </a:moveTo>
                  <a:cubicBezTo>
                    <a:pt x="1372" y="1"/>
                    <a:pt x="937" y="299"/>
                    <a:pt x="620" y="890"/>
                  </a:cubicBezTo>
                  <a:cubicBezTo>
                    <a:pt x="1" y="2045"/>
                    <a:pt x="60" y="3878"/>
                    <a:pt x="751" y="5009"/>
                  </a:cubicBezTo>
                  <a:cubicBezTo>
                    <a:pt x="1095" y="5551"/>
                    <a:pt x="1524" y="5822"/>
                    <a:pt x="1947" y="5822"/>
                  </a:cubicBezTo>
                  <a:cubicBezTo>
                    <a:pt x="2388" y="5822"/>
                    <a:pt x="2822" y="5527"/>
                    <a:pt x="3144" y="4938"/>
                  </a:cubicBezTo>
                  <a:cubicBezTo>
                    <a:pt x="3763" y="3783"/>
                    <a:pt x="3704" y="1937"/>
                    <a:pt x="3001" y="818"/>
                  </a:cubicBezTo>
                  <a:cubicBezTo>
                    <a:pt x="2664" y="272"/>
                    <a:pt x="2236" y="1"/>
                    <a:pt x="18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27"/>
            <p:cNvSpPr/>
            <p:nvPr/>
          </p:nvSpPr>
          <p:spPr>
            <a:xfrm>
              <a:off x="5268683" y="1414742"/>
              <a:ext cx="121357" cy="80199"/>
            </a:xfrm>
            <a:custGeom>
              <a:avLst/>
              <a:gdLst/>
              <a:ahLst/>
              <a:cxnLst/>
              <a:rect l="l" t="t" r="r" b="b"/>
              <a:pathLst>
                <a:path w="6133" h="4053" extrusionOk="0">
                  <a:moveTo>
                    <a:pt x="1914" y="1"/>
                  </a:moveTo>
                  <a:cubicBezTo>
                    <a:pt x="1879" y="1"/>
                    <a:pt x="1845" y="1"/>
                    <a:pt x="1810" y="3"/>
                  </a:cubicBezTo>
                  <a:cubicBezTo>
                    <a:pt x="501" y="50"/>
                    <a:pt x="0" y="991"/>
                    <a:pt x="691" y="2110"/>
                  </a:cubicBezTo>
                  <a:cubicBezTo>
                    <a:pt x="1375" y="3200"/>
                    <a:pt x="2928" y="4053"/>
                    <a:pt x="4230" y="4053"/>
                  </a:cubicBezTo>
                  <a:cubicBezTo>
                    <a:pt x="4265" y="4053"/>
                    <a:pt x="4300" y="4052"/>
                    <a:pt x="4334" y="4051"/>
                  </a:cubicBezTo>
                  <a:cubicBezTo>
                    <a:pt x="5644" y="4003"/>
                    <a:pt x="6132" y="3063"/>
                    <a:pt x="5442" y="1943"/>
                  </a:cubicBezTo>
                  <a:cubicBezTo>
                    <a:pt x="4769" y="854"/>
                    <a:pt x="3205" y="1"/>
                    <a:pt x="19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27"/>
            <p:cNvSpPr/>
            <p:nvPr/>
          </p:nvSpPr>
          <p:spPr>
            <a:xfrm>
              <a:off x="5215434" y="1515819"/>
              <a:ext cx="121357" cy="80199"/>
            </a:xfrm>
            <a:custGeom>
              <a:avLst/>
              <a:gdLst/>
              <a:ahLst/>
              <a:cxnLst/>
              <a:rect l="l" t="t" r="r" b="b"/>
              <a:pathLst>
                <a:path w="6133" h="4053" extrusionOk="0">
                  <a:moveTo>
                    <a:pt x="1914" y="1"/>
                  </a:moveTo>
                  <a:cubicBezTo>
                    <a:pt x="1879" y="1"/>
                    <a:pt x="1845" y="1"/>
                    <a:pt x="1810" y="2"/>
                  </a:cubicBezTo>
                  <a:cubicBezTo>
                    <a:pt x="501" y="50"/>
                    <a:pt x="1" y="991"/>
                    <a:pt x="691" y="2110"/>
                  </a:cubicBezTo>
                  <a:cubicBezTo>
                    <a:pt x="1375" y="3200"/>
                    <a:pt x="2940" y="4052"/>
                    <a:pt x="4231" y="4052"/>
                  </a:cubicBezTo>
                  <a:cubicBezTo>
                    <a:pt x="4266" y="4052"/>
                    <a:pt x="4300" y="4052"/>
                    <a:pt x="4335" y="4051"/>
                  </a:cubicBezTo>
                  <a:cubicBezTo>
                    <a:pt x="5644" y="4003"/>
                    <a:pt x="6132" y="3062"/>
                    <a:pt x="5442" y="1943"/>
                  </a:cubicBezTo>
                  <a:cubicBezTo>
                    <a:pt x="4758" y="853"/>
                    <a:pt x="3204" y="1"/>
                    <a:pt x="19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" name="Google Shape;113;p27"/>
          <p:cNvGrpSpPr/>
          <p:nvPr/>
        </p:nvGrpSpPr>
        <p:grpSpPr>
          <a:xfrm>
            <a:off x="5947945" y="987419"/>
            <a:ext cx="2179853" cy="2170549"/>
            <a:chOff x="4623379" y="2239939"/>
            <a:chExt cx="1090363" cy="1085709"/>
          </a:xfrm>
        </p:grpSpPr>
        <p:sp>
          <p:nvSpPr>
            <p:cNvPr id="114" name="Google Shape;114;p27"/>
            <p:cNvSpPr/>
            <p:nvPr/>
          </p:nvSpPr>
          <p:spPr>
            <a:xfrm>
              <a:off x="4971587" y="2649331"/>
              <a:ext cx="290975" cy="290975"/>
            </a:xfrm>
            <a:custGeom>
              <a:avLst/>
              <a:gdLst/>
              <a:ahLst/>
              <a:cxnLst/>
              <a:rect l="l" t="t" r="r" b="b"/>
              <a:pathLst>
                <a:path w="14705" h="14705" extrusionOk="0">
                  <a:moveTo>
                    <a:pt x="7347" y="0"/>
                  </a:moveTo>
                  <a:cubicBezTo>
                    <a:pt x="3287" y="0"/>
                    <a:pt x="1" y="3286"/>
                    <a:pt x="1" y="7346"/>
                  </a:cubicBezTo>
                  <a:cubicBezTo>
                    <a:pt x="1" y="11406"/>
                    <a:pt x="3287" y="14704"/>
                    <a:pt x="7347" y="14704"/>
                  </a:cubicBezTo>
                  <a:cubicBezTo>
                    <a:pt x="11407" y="14704"/>
                    <a:pt x="14705" y="11406"/>
                    <a:pt x="14705" y="7346"/>
                  </a:cubicBezTo>
                  <a:cubicBezTo>
                    <a:pt x="14705" y="3286"/>
                    <a:pt x="11407" y="0"/>
                    <a:pt x="7347" y="0"/>
                  </a:cubicBezTo>
                  <a:close/>
                </a:path>
              </a:pathLst>
            </a:custGeom>
            <a:solidFill>
              <a:srgbClr val="FDAB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7"/>
            <p:cNvSpPr/>
            <p:nvPr/>
          </p:nvSpPr>
          <p:spPr>
            <a:xfrm>
              <a:off x="5172079" y="2399113"/>
              <a:ext cx="541663" cy="921662"/>
            </a:xfrm>
            <a:custGeom>
              <a:avLst/>
              <a:gdLst/>
              <a:ahLst/>
              <a:cxnLst/>
              <a:rect l="l" t="t" r="r" b="b"/>
              <a:pathLst>
                <a:path w="27374" h="46578" extrusionOk="0">
                  <a:moveTo>
                    <a:pt x="19908" y="1"/>
                  </a:moveTo>
                  <a:lnTo>
                    <a:pt x="2215" y="17098"/>
                  </a:lnTo>
                  <a:cubicBezTo>
                    <a:pt x="644" y="18610"/>
                    <a:pt x="1" y="20849"/>
                    <a:pt x="525" y="22956"/>
                  </a:cubicBezTo>
                  <a:lnTo>
                    <a:pt x="6347" y="46578"/>
                  </a:lnTo>
                  <a:cubicBezTo>
                    <a:pt x="7764" y="46221"/>
                    <a:pt x="9097" y="45506"/>
                    <a:pt x="10193" y="44459"/>
                  </a:cubicBezTo>
                  <a:lnTo>
                    <a:pt x="24409" y="30814"/>
                  </a:lnTo>
                  <a:cubicBezTo>
                    <a:pt x="26457" y="28838"/>
                    <a:pt x="27373" y="25968"/>
                    <a:pt x="26873" y="23182"/>
                  </a:cubicBezTo>
                  <a:lnTo>
                    <a:pt x="21837" y="3216"/>
                  </a:lnTo>
                  <a:cubicBezTo>
                    <a:pt x="21432" y="2001"/>
                    <a:pt x="20777" y="906"/>
                    <a:pt x="19908" y="1"/>
                  </a:cubicBezTo>
                  <a:close/>
                </a:path>
              </a:pathLst>
            </a:custGeom>
            <a:solidFill>
              <a:srgbClr val="F18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7"/>
            <p:cNvSpPr/>
            <p:nvPr/>
          </p:nvSpPr>
          <p:spPr>
            <a:xfrm>
              <a:off x="4631611" y="2239939"/>
              <a:ext cx="934405" cy="531354"/>
            </a:xfrm>
            <a:custGeom>
              <a:avLst/>
              <a:gdLst/>
              <a:ahLst/>
              <a:cxnLst/>
              <a:rect l="l" t="t" r="r" b="b"/>
              <a:pathLst>
                <a:path w="47222" h="26853" extrusionOk="0">
                  <a:moveTo>
                    <a:pt x="22392" y="1"/>
                  </a:moveTo>
                  <a:cubicBezTo>
                    <a:pt x="20555" y="1"/>
                    <a:pt x="18755" y="603"/>
                    <a:pt x="17265" y="1723"/>
                  </a:cubicBezTo>
                  <a:lnTo>
                    <a:pt x="1620" y="16748"/>
                  </a:lnTo>
                  <a:cubicBezTo>
                    <a:pt x="870" y="17677"/>
                    <a:pt x="322" y="18725"/>
                    <a:pt x="1" y="19856"/>
                  </a:cubicBezTo>
                  <a:lnTo>
                    <a:pt x="23599" y="26619"/>
                  </a:lnTo>
                  <a:cubicBezTo>
                    <a:pt x="24155" y="26776"/>
                    <a:pt x="24721" y="26852"/>
                    <a:pt x="25282" y="26852"/>
                  </a:cubicBezTo>
                  <a:cubicBezTo>
                    <a:pt x="26847" y="26852"/>
                    <a:pt x="28371" y="26255"/>
                    <a:pt x="29528" y="25142"/>
                  </a:cubicBezTo>
                  <a:lnTo>
                    <a:pt x="47221" y="8045"/>
                  </a:lnTo>
                  <a:cubicBezTo>
                    <a:pt x="46459" y="7247"/>
                    <a:pt x="45542" y="6604"/>
                    <a:pt x="44518" y="6140"/>
                  </a:cubicBezTo>
                  <a:lnTo>
                    <a:pt x="23623" y="91"/>
                  </a:lnTo>
                  <a:cubicBezTo>
                    <a:pt x="23213" y="31"/>
                    <a:pt x="22801" y="1"/>
                    <a:pt x="22392" y="1"/>
                  </a:cubicBezTo>
                  <a:close/>
                </a:path>
              </a:pathLst>
            </a:custGeom>
            <a:solidFill>
              <a:srgbClr val="FDAB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27"/>
            <p:cNvSpPr/>
            <p:nvPr/>
          </p:nvSpPr>
          <p:spPr>
            <a:xfrm>
              <a:off x="4623379" y="2632828"/>
              <a:ext cx="674279" cy="692820"/>
            </a:xfrm>
            <a:custGeom>
              <a:avLst/>
              <a:gdLst/>
              <a:ahLst/>
              <a:cxnLst/>
              <a:rect l="l" t="t" r="r" b="b"/>
              <a:pathLst>
                <a:path w="34076" h="35013" extrusionOk="0">
                  <a:moveTo>
                    <a:pt x="417" y="1"/>
                  </a:moveTo>
                  <a:cubicBezTo>
                    <a:pt x="36" y="1382"/>
                    <a:pt x="0" y="2870"/>
                    <a:pt x="357" y="4323"/>
                  </a:cubicBezTo>
                  <a:lnTo>
                    <a:pt x="5001" y="23170"/>
                  </a:lnTo>
                  <a:cubicBezTo>
                    <a:pt x="5727" y="26123"/>
                    <a:pt x="7977" y="28457"/>
                    <a:pt x="10894" y="29290"/>
                  </a:cubicBezTo>
                  <a:lnTo>
                    <a:pt x="29718" y="34684"/>
                  </a:lnTo>
                  <a:cubicBezTo>
                    <a:pt x="30484" y="34905"/>
                    <a:pt x="31266" y="35012"/>
                    <a:pt x="32044" y="35012"/>
                  </a:cubicBezTo>
                  <a:cubicBezTo>
                    <a:pt x="32729" y="35012"/>
                    <a:pt x="33412" y="34929"/>
                    <a:pt x="34076" y="34767"/>
                  </a:cubicBezTo>
                  <a:lnTo>
                    <a:pt x="28254" y="11169"/>
                  </a:lnTo>
                  <a:cubicBezTo>
                    <a:pt x="27730" y="9050"/>
                    <a:pt x="26111" y="7359"/>
                    <a:pt x="24003" y="6764"/>
                  </a:cubicBezTo>
                  <a:lnTo>
                    <a:pt x="41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27"/>
            <p:cNvSpPr/>
            <p:nvPr/>
          </p:nvSpPr>
          <p:spPr>
            <a:xfrm>
              <a:off x="4987774" y="2860191"/>
              <a:ext cx="101035" cy="94940"/>
            </a:xfrm>
            <a:custGeom>
              <a:avLst/>
              <a:gdLst/>
              <a:ahLst/>
              <a:cxnLst/>
              <a:rect l="l" t="t" r="r" b="b"/>
              <a:pathLst>
                <a:path w="5106" h="4798" extrusionOk="0">
                  <a:moveTo>
                    <a:pt x="1368" y="0"/>
                  </a:moveTo>
                  <a:cubicBezTo>
                    <a:pt x="482" y="0"/>
                    <a:pt x="1" y="687"/>
                    <a:pt x="266" y="1739"/>
                  </a:cubicBezTo>
                  <a:cubicBezTo>
                    <a:pt x="576" y="3013"/>
                    <a:pt x="1850" y="4346"/>
                    <a:pt x="3124" y="4703"/>
                  </a:cubicBezTo>
                  <a:cubicBezTo>
                    <a:pt x="3342" y="4767"/>
                    <a:pt x="3546" y="4798"/>
                    <a:pt x="3732" y="4798"/>
                  </a:cubicBezTo>
                  <a:cubicBezTo>
                    <a:pt x="4621" y="4798"/>
                    <a:pt x="5106" y="4104"/>
                    <a:pt x="4850" y="3060"/>
                  </a:cubicBezTo>
                  <a:cubicBezTo>
                    <a:pt x="4529" y="1786"/>
                    <a:pt x="3255" y="453"/>
                    <a:pt x="1981" y="96"/>
                  </a:cubicBezTo>
                  <a:cubicBezTo>
                    <a:pt x="1760" y="31"/>
                    <a:pt x="1555" y="0"/>
                    <a:pt x="13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7"/>
            <p:cNvSpPr/>
            <p:nvPr/>
          </p:nvSpPr>
          <p:spPr>
            <a:xfrm>
              <a:off x="4905080" y="2939125"/>
              <a:ext cx="101055" cy="94861"/>
            </a:xfrm>
            <a:custGeom>
              <a:avLst/>
              <a:gdLst/>
              <a:ahLst/>
              <a:cxnLst/>
              <a:rect l="l" t="t" r="r" b="b"/>
              <a:pathLst>
                <a:path w="5107" h="4794" extrusionOk="0">
                  <a:moveTo>
                    <a:pt x="1374" y="0"/>
                  </a:moveTo>
                  <a:cubicBezTo>
                    <a:pt x="482" y="0"/>
                    <a:pt x="1" y="687"/>
                    <a:pt x="266" y="1738"/>
                  </a:cubicBezTo>
                  <a:cubicBezTo>
                    <a:pt x="576" y="3012"/>
                    <a:pt x="1861" y="4334"/>
                    <a:pt x="3124" y="4703"/>
                  </a:cubicBezTo>
                  <a:cubicBezTo>
                    <a:pt x="3341" y="4764"/>
                    <a:pt x="3543" y="4794"/>
                    <a:pt x="3728" y="4794"/>
                  </a:cubicBezTo>
                  <a:cubicBezTo>
                    <a:pt x="4620" y="4794"/>
                    <a:pt x="5106" y="4113"/>
                    <a:pt x="4850" y="3048"/>
                  </a:cubicBezTo>
                  <a:cubicBezTo>
                    <a:pt x="4540" y="1786"/>
                    <a:pt x="3255" y="452"/>
                    <a:pt x="1992" y="95"/>
                  </a:cubicBezTo>
                  <a:cubicBezTo>
                    <a:pt x="1770" y="31"/>
                    <a:pt x="1563" y="0"/>
                    <a:pt x="13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7"/>
            <p:cNvSpPr/>
            <p:nvPr/>
          </p:nvSpPr>
          <p:spPr>
            <a:xfrm>
              <a:off x="4822584" y="3018039"/>
              <a:ext cx="101094" cy="94861"/>
            </a:xfrm>
            <a:custGeom>
              <a:avLst/>
              <a:gdLst/>
              <a:ahLst/>
              <a:cxnLst/>
              <a:rect l="l" t="t" r="r" b="b"/>
              <a:pathLst>
                <a:path w="5109" h="4794" extrusionOk="0">
                  <a:moveTo>
                    <a:pt x="1369" y="1"/>
                  </a:moveTo>
                  <a:cubicBezTo>
                    <a:pt x="483" y="1"/>
                    <a:pt x="0" y="687"/>
                    <a:pt x="256" y="1739"/>
                  </a:cubicBezTo>
                  <a:cubicBezTo>
                    <a:pt x="577" y="3013"/>
                    <a:pt x="1851" y="4334"/>
                    <a:pt x="3125" y="4703"/>
                  </a:cubicBezTo>
                  <a:cubicBezTo>
                    <a:pt x="3341" y="4764"/>
                    <a:pt x="3542" y="4793"/>
                    <a:pt x="3726" y="4793"/>
                  </a:cubicBezTo>
                  <a:cubicBezTo>
                    <a:pt x="4620" y="4793"/>
                    <a:pt x="5108" y="4107"/>
                    <a:pt x="4852" y="3060"/>
                  </a:cubicBezTo>
                  <a:cubicBezTo>
                    <a:pt x="4530" y="1786"/>
                    <a:pt x="3256" y="453"/>
                    <a:pt x="1982" y="96"/>
                  </a:cubicBezTo>
                  <a:cubicBezTo>
                    <a:pt x="1762" y="31"/>
                    <a:pt x="1557" y="1"/>
                    <a:pt x="13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7"/>
            <p:cNvSpPr/>
            <p:nvPr/>
          </p:nvSpPr>
          <p:spPr>
            <a:xfrm>
              <a:off x="5042210" y="3080945"/>
              <a:ext cx="101035" cy="94940"/>
            </a:xfrm>
            <a:custGeom>
              <a:avLst/>
              <a:gdLst/>
              <a:ahLst/>
              <a:cxnLst/>
              <a:rect l="l" t="t" r="r" b="b"/>
              <a:pathLst>
                <a:path w="5106" h="4798" extrusionOk="0">
                  <a:moveTo>
                    <a:pt x="1367" y="1"/>
                  </a:moveTo>
                  <a:cubicBezTo>
                    <a:pt x="481" y="1"/>
                    <a:pt x="0" y="687"/>
                    <a:pt x="265" y="1739"/>
                  </a:cubicBezTo>
                  <a:cubicBezTo>
                    <a:pt x="575" y="3013"/>
                    <a:pt x="1849" y="4334"/>
                    <a:pt x="3123" y="4703"/>
                  </a:cubicBezTo>
                  <a:cubicBezTo>
                    <a:pt x="3341" y="4767"/>
                    <a:pt x="3545" y="4798"/>
                    <a:pt x="3731" y="4798"/>
                  </a:cubicBezTo>
                  <a:cubicBezTo>
                    <a:pt x="4620" y="4798"/>
                    <a:pt x="5105" y="4104"/>
                    <a:pt x="4849" y="3060"/>
                  </a:cubicBezTo>
                  <a:cubicBezTo>
                    <a:pt x="4528" y="1786"/>
                    <a:pt x="3254" y="453"/>
                    <a:pt x="1980" y="96"/>
                  </a:cubicBezTo>
                  <a:cubicBezTo>
                    <a:pt x="1760" y="31"/>
                    <a:pt x="1554" y="1"/>
                    <a:pt x="13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7"/>
            <p:cNvSpPr/>
            <p:nvPr/>
          </p:nvSpPr>
          <p:spPr>
            <a:xfrm>
              <a:off x="4768167" y="2797285"/>
              <a:ext cx="101094" cy="94861"/>
            </a:xfrm>
            <a:custGeom>
              <a:avLst/>
              <a:gdLst/>
              <a:ahLst/>
              <a:cxnLst/>
              <a:rect l="l" t="t" r="r" b="b"/>
              <a:pathLst>
                <a:path w="5109" h="4794" extrusionOk="0">
                  <a:moveTo>
                    <a:pt x="1369" y="1"/>
                  </a:moveTo>
                  <a:cubicBezTo>
                    <a:pt x="483" y="1"/>
                    <a:pt x="0" y="687"/>
                    <a:pt x="256" y="1739"/>
                  </a:cubicBezTo>
                  <a:cubicBezTo>
                    <a:pt x="577" y="3013"/>
                    <a:pt x="1851" y="4334"/>
                    <a:pt x="3125" y="4703"/>
                  </a:cubicBezTo>
                  <a:cubicBezTo>
                    <a:pt x="3340" y="4764"/>
                    <a:pt x="3542" y="4793"/>
                    <a:pt x="3725" y="4793"/>
                  </a:cubicBezTo>
                  <a:cubicBezTo>
                    <a:pt x="4620" y="4793"/>
                    <a:pt x="5108" y="4107"/>
                    <a:pt x="4851" y="3060"/>
                  </a:cubicBezTo>
                  <a:cubicBezTo>
                    <a:pt x="4530" y="1786"/>
                    <a:pt x="3256" y="453"/>
                    <a:pt x="1982" y="96"/>
                  </a:cubicBezTo>
                  <a:cubicBezTo>
                    <a:pt x="1762" y="31"/>
                    <a:pt x="1556" y="1"/>
                    <a:pt x="13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27"/>
            <p:cNvSpPr/>
            <p:nvPr/>
          </p:nvSpPr>
          <p:spPr>
            <a:xfrm>
              <a:off x="5004574" y="2357696"/>
              <a:ext cx="127709" cy="70602"/>
            </a:xfrm>
            <a:custGeom>
              <a:avLst/>
              <a:gdLst/>
              <a:ahLst/>
              <a:cxnLst/>
              <a:rect l="l" t="t" r="r" b="b"/>
              <a:pathLst>
                <a:path w="6454" h="3568" extrusionOk="0">
                  <a:moveTo>
                    <a:pt x="3975" y="1"/>
                  </a:moveTo>
                  <a:cubicBezTo>
                    <a:pt x="2880" y="1"/>
                    <a:pt x="1668" y="430"/>
                    <a:pt x="941" y="1129"/>
                  </a:cubicBezTo>
                  <a:cubicBezTo>
                    <a:pt x="1" y="2034"/>
                    <a:pt x="251" y="3070"/>
                    <a:pt x="1513" y="3439"/>
                  </a:cubicBezTo>
                  <a:cubicBezTo>
                    <a:pt x="1812" y="3527"/>
                    <a:pt x="2140" y="3568"/>
                    <a:pt x="2479" y="3568"/>
                  </a:cubicBezTo>
                  <a:cubicBezTo>
                    <a:pt x="3573" y="3568"/>
                    <a:pt x="4783" y="3139"/>
                    <a:pt x="5501" y="2439"/>
                  </a:cubicBezTo>
                  <a:cubicBezTo>
                    <a:pt x="6454" y="1534"/>
                    <a:pt x="6204" y="487"/>
                    <a:pt x="4942" y="129"/>
                  </a:cubicBezTo>
                  <a:cubicBezTo>
                    <a:pt x="4643" y="42"/>
                    <a:pt x="4314" y="1"/>
                    <a:pt x="39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27"/>
            <p:cNvSpPr/>
            <p:nvPr/>
          </p:nvSpPr>
          <p:spPr>
            <a:xfrm>
              <a:off x="5058536" y="2579638"/>
              <a:ext cx="127946" cy="70641"/>
            </a:xfrm>
            <a:custGeom>
              <a:avLst/>
              <a:gdLst/>
              <a:ahLst/>
              <a:cxnLst/>
              <a:rect l="l" t="t" r="r" b="b"/>
              <a:pathLst>
                <a:path w="6466" h="3570" extrusionOk="0">
                  <a:moveTo>
                    <a:pt x="3981" y="0"/>
                  </a:moveTo>
                  <a:cubicBezTo>
                    <a:pt x="2892" y="0"/>
                    <a:pt x="1679" y="429"/>
                    <a:pt x="953" y="1129"/>
                  </a:cubicBezTo>
                  <a:cubicBezTo>
                    <a:pt x="0" y="2046"/>
                    <a:pt x="250" y="3082"/>
                    <a:pt x="1512" y="3439"/>
                  </a:cubicBezTo>
                  <a:cubicBezTo>
                    <a:pt x="1815" y="3527"/>
                    <a:pt x="2148" y="3569"/>
                    <a:pt x="2492" y="3569"/>
                  </a:cubicBezTo>
                  <a:cubicBezTo>
                    <a:pt x="3583" y="3569"/>
                    <a:pt x="4789" y="3148"/>
                    <a:pt x="5513" y="2451"/>
                  </a:cubicBezTo>
                  <a:cubicBezTo>
                    <a:pt x="6465" y="1534"/>
                    <a:pt x="6203" y="498"/>
                    <a:pt x="4941" y="129"/>
                  </a:cubicBezTo>
                  <a:cubicBezTo>
                    <a:pt x="4645" y="42"/>
                    <a:pt x="4319" y="0"/>
                    <a:pt x="39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7"/>
            <p:cNvSpPr/>
            <p:nvPr/>
          </p:nvSpPr>
          <p:spPr>
            <a:xfrm>
              <a:off x="5222973" y="2420939"/>
              <a:ext cx="127709" cy="70641"/>
            </a:xfrm>
            <a:custGeom>
              <a:avLst/>
              <a:gdLst/>
              <a:ahLst/>
              <a:cxnLst/>
              <a:rect l="l" t="t" r="r" b="b"/>
              <a:pathLst>
                <a:path w="6454" h="3570" extrusionOk="0">
                  <a:moveTo>
                    <a:pt x="3983" y="0"/>
                  </a:moveTo>
                  <a:cubicBezTo>
                    <a:pt x="2886" y="0"/>
                    <a:pt x="1670" y="423"/>
                    <a:pt x="941" y="1124"/>
                  </a:cubicBezTo>
                  <a:cubicBezTo>
                    <a:pt x="1" y="2041"/>
                    <a:pt x="251" y="3077"/>
                    <a:pt x="1513" y="3446"/>
                  </a:cubicBezTo>
                  <a:cubicBezTo>
                    <a:pt x="1809" y="3530"/>
                    <a:pt x="2135" y="3570"/>
                    <a:pt x="2472" y="3570"/>
                  </a:cubicBezTo>
                  <a:cubicBezTo>
                    <a:pt x="3568" y="3570"/>
                    <a:pt x="4782" y="3147"/>
                    <a:pt x="5501" y="2446"/>
                  </a:cubicBezTo>
                  <a:cubicBezTo>
                    <a:pt x="6454" y="1529"/>
                    <a:pt x="6204" y="493"/>
                    <a:pt x="4942" y="124"/>
                  </a:cubicBezTo>
                  <a:cubicBezTo>
                    <a:pt x="4645" y="40"/>
                    <a:pt x="4320" y="0"/>
                    <a:pt x="39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27"/>
            <p:cNvSpPr/>
            <p:nvPr/>
          </p:nvSpPr>
          <p:spPr>
            <a:xfrm>
              <a:off x="4840116" y="2516455"/>
              <a:ext cx="127946" cy="70641"/>
            </a:xfrm>
            <a:custGeom>
              <a:avLst/>
              <a:gdLst/>
              <a:ahLst/>
              <a:cxnLst/>
              <a:rect l="l" t="t" r="r" b="b"/>
              <a:pathLst>
                <a:path w="6466" h="3570" extrusionOk="0">
                  <a:moveTo>
                    <a:pt x="3974" y="1"/>
                  </a:moveTo>
                  <a:cubicBezTo>
                    <a:pt x="2883" y="1"/>
                    <a:pt x="1678" y="422"/>
                    <a:pt x="953" y="1119"/>
                  </a:cubicBezTo>
                  <a:cubicBezTo>
                    <a:pt x="1" y="2036"/>
                    <a:pt x="251" y="3072"/>
                    <a:pt x="1513" y="3441"/>
                  </a:cubicBezTo>
                  <a:cubicBezTo>
                    <a:pt x="1812" y="3528"/>
                    <a:pt x="2141" y="3570"/>
                    <a:pt x="2481" y="3570"/>
                  </a:cubicBezTo>
                  <a:cubicBezTo>
                    <a:pt x="3579" y="3570"/>
                    <a:pt x="4796" y="3141"/>
                    <a:pt x="5514" y="2441"/>
                  </a:cubicBezTo>
                  <a:cubicBezTo>
                    <a:pt x="6466" y="1524"/>
                    <a:pt x="6204" y="488"/>
                    <a:pt x="4954" y="131"/>
                  </a:cubicBezTo>
                  <a:cubicBezTo>
                    <a:pt x="4651" y="43"/>
                    <a:pt x="4319" y="1"/>
                    <a:pt x="39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27"/>
            <p:cNvSpPr/>
            <p:nvPr/>
          </p:nvSpPr>
          <p:spPr>
            <a:xfrm>
              <a:off x="5512530" y="2832072"/>
              <a:ext cx="80832" cy="112254"/>
            </a:xfrm>
            <a:custGeom>
              <a:avLst/>
              <a:gdLst/>
              <a:ahLst/>
              <a:cxnLst/>
              <a:rect l="l" t="t" r="r" b="b"/>
              <a:pathLst>
                <a:path w="4085" h="5673" extrusionOk="0">
                  <a:moveTo>
                    <a:pt x="2569" y="1"/>
                  </a:moveTo>
                  <a:cubicBezTo>
                    <a:pt x="2219" y="1"/>
                    <a:pt x="1835" y="173"/>
                    <a:pt x="1465" y="528"/>
                  </a:cubicBezTo>
                  <a:cubicBezTo>
                    <a:pt x="512" y="1445"/>
                    <a:pt x="0" y="3219"/>
                    <a:pt x="322" y="4493"/>
                  </a:cubicBezTo>
                  <a:cubicBezTo>
                    <a:pt x="516" y="5264"/>
                    <a:pt x="972" y="5673"/>
                    <a:pt x="1510" y="5673"/>
                  </a:cubicBezTo>
                  <a:cubicBezTo>
                    <a:pt x="1862" y="5673"/>
                    <a:pt x="2248" y="5498"/>
                    <a:pt x="2620" y="5136"/>
                  </a:cubicBezTo>
                  <a:cubicBezTo>
                    <a:pt x="3572" y="4219"/>
                    <a:pt x="4084" y="2445"/>
                    <a:pt x="3763" y="1183"/>
                  </a:cubicBezTo>
                  <a:cubicBezTo>
                    <a:pt x="3568" y="410"/>
                    <a:pt x="3110" y="1"/>
                    <a:pt x="25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27"/>
            <p:cNvSpPr/>
            <p:nvPr/>
          </p:nvSpPr>
          <p:spPr>
            <a:xfrm>
              <a:off x="5402747" y="2801104"/>
              <a:ext cx="80575" cy="112373"/>
            </a:xfrm>
            <a:custGeom>
              <a:avLst/>
              <a:gdLst/>
              <a:ahLst/>
              <a:cxnLst/>
              <a:rect l="l" t="t" r="r" b="b"/>
              <a:pathLst>
                <a:path w="4072" h="5679" extrusionOk="0">
                  <a:moveTo>
                    <a:pt x="2558" y="0"/>
                  </a:moveTo>
                  <a:cubicBezTo>
                    <a:pt x="2207" y="0"/>
                    <a:pt x="1823" y="173"/>
                    <a:pt x="1453" y="534"/>
                  </a:cubicBezTo>
                  <a:cubicBezTo>
                    <a:pt x="500" y="1450"/>
                    <a:pt x="0" y="3224"/>
                    <a:pt x="322" y="4498"/>
                  </a:cubicBezTo>
                  <a:cubicBezTo>
                    <a:pt x="516" y="5269"/>
                    <a:pt x="968" y="5678"/>
                    <a:pt x="1502" y="5678"/>
                  </a:cubicBezTo>
                  <a:cubicBezTo>
                    <a:pt x="1851" y="5678"/>
                    <a:pt x="2236" y="5504"/>
                    <a:pt x="2608" y="5141"/>
                  </a:cubicBezTo>
                  <a:cubicBezTo>
                    <a:pt x="3560" y="4225"/>
                    <a:pt x="4072" y="2451"/>
                    <a:pt x="3751" y="1177"/>
                  </a:cubicBezTo>
                  <a:cubicBezTo>
                    <a:pt x="3556" y="411"/>
                    <a:pt x="3098" y="0"/>
                    <a:pt x="25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27"/>
            <p:cNvSpPr/>
            <p:nvPr/>
          </p:nvSpPr>
          <p:spPr>
            <a:xfrm>
              <a:off x="5292706" y="2770413"/>
              <a:ext cx="80594" cy="112195"/>
            </a:xfrm>
            <a:custGeom>
              <a:avLst/>
              <a:gdLst/>
              <a:ahLst/>
              <a:cxnLst/>
              <a:rect l="l" t="t" r="r" b="b"/>
              <a:pathLst>
                <a:path w="4073" h="5670" extrusionOk="0">
                  <a:moveTo>
                    <a:pt x="2563" y="0"/>
                  </a:moveTo>
                  <a:cubicBezTo>
                    <a:pt x="2212" y="0"/>
                    <a:pt x="1825" y="175"/>
                    <a:pt x="1453" y="537"/>
                  </a:cubicBezTo>
                  <a:cubicBezTo>
                    <a:pt x="501" y="1442"/>
                    <a:pt x="1" y="3216"/>
                    <a:pt x="322" y="4490"/>
                  </a:cubicBezTo>
                  <a:cubicBezTo>
                    <a:pt x="517" y="5260"/>
                    <a:pt x="968" y="5669"/>
                    <a:pt x="1506" y="5669"/>
                  </a:cubicBezTo>
                  <a:cubicBezTo>
                    <a:pt x="1856" y="5669"/>
                    <a:pt x="2244" y="5495"/>
                    <a:pt x="2620" y="5133"/>
                  </a:cubicBezTo>
                  <a:cubicBezTo>
                    <a:pt x="3561" y="4216"/>
                    <a:pt x="4073" y="2442"/>
                    <a:pt x="3751" y="1180"/>
                  </a:cubicBezTo>
                  <a:cubicBezTo>
                    <a:pt x="3557" y="409"/>
                    <a:pt x="3101" y="0"/>
                    <a:pt x="25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" name="Google Shape;130;p27"/>
          <p:cNvGrpSpPr/>
          <p:nvPr/>
        </p:nvGrpSpPr>
        <p:grpSpPr>
          <a:xfrm>
            <a:off x="6813065" y="2815753"/>
            <a:ext cx="1383909" cy="1340329"/>
            <a:chOff x="4617482" y="3203571"/>
            <a:chExt cx="1104036" cy="1069269"/>
          </a:xfrm>
        </p:grpSpPr>
        <p:sp>
          <p:nvSpPr>
            <p:cNvPr id="131" name="Google Shape;131;p27"/>
            <p:cNvSpPr/>
            <p:nvPr/>
          </p:nvSpPr>
          <p:spPr>
            <a:xfrm>
              <a:off x="5020602" y="3628240"/>
              <a:ext cx="290738" cy="290975"/>
            </a:xfrm>
            <a:custGeom>
              <a:avLst/>
              <a:gdLst/>
              <a:ahLst/>
              <a:cxnLst/>
              <a:rect l="l" t="t" r="r" b="b"/>
              <a:pathLst>
                <a:path w="14693" h="14705" extrusionOk="0">
                  <a:moveTo>
                    <a:pt x="7346" y="1"/>
                  </a:moveTo>
                  <a:cubicBezTo>
                    <a:pt x="3286" y="1"/>
                    <a:pt x="0" y="3287"/>
                    <a:pt x="0" y="7347"/>
                  </a:cubicBezTo>
                  <a:cubicBezTo>
                    <a:pt x="0" y="11407"/>
                    <a:pt x="3286" y="14705"/>
                    <a:pt x="7346" y="14705"/>
                  </a:cubicBezTo>
                  <a:cubicBezTo>
                    <a:pt x="11406" y="14705"/>
                    <a:pt x="14692" y="11407"/>
                    <a:pt x="14692" y="7347"/>
                  </a:cubicBezTo>
                  <a:cubicBezTo>
                    <a:pt x="14692" y="3287"/>
                    <a:pt x="11406" y="1"/>
                    <a:pt x="734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27"/>
            <p:cNvSpPr/>
            <p:nvPr/>
          </p:nvSpPr>
          <p:spPr>
            <a:xfrm>
              <a:off x="4622904" y="3752013"/>
              <a:ext cx="910819" cy="520827"/>
            </a:xfrm>
            <a:custGeom>
              <a:avLst/>
              <a:gdLst/>
              <a:ahLst/>
              <a:cxnLst/>
              <a:rect l="l" t="t" r="r" b="b"/>
              <a:pathLst>
                <a:path w="46030" h="26321" extrusionOk="0">
                  <a:moveTo>
                    <a:pt x="25264" y="1"/>
                  </a:moveTo>
                  <a:cubicBezTo>
                    <a:pt x="24853" y="1"/>
                    <a:pt x="24439" y="42"/>
                    <a:pt x="24027" y="127"/>
                  </a:cubicBezTo>
                  <a:lnTo>
                    <a:pt x="0" y="5057"/>
                  </a:lnTo>
                  <a:cubicBezTo>
                    <a:pt x="298" y="6461"/>
                    <a:pt x="953" y="7783"/>
                    <a:pt x="1929" y="8890"/>
                  </a:cubicBezTo>
                  <a:lnTo>
                    <a:pt x="14788" y="23452"/>
                  </a:lnTo>
                  <a:cubicBezTo>
                    <a:pt x="16422" y="25297"/>
                    <a:pt x="18747" y="26320"/>
                    <a:pt x="21148" y="26320"/>
                  </a:cubicBezTo>
                  <a:cubicBezTo>
                    <a:pt x="21721" y="26320"/>
                    <a:pt x="22299" y="26262"/>
                    <a:pt x="22872" y="26142"/>
                  </a:cubicBezTo>
                  <a:lnTo>
                    <a:pt x="42160" y="22118"/>
                  </a:lnTo>
                  <a:cubicBezTo>
                    <a:pt x="43625" y="21821"/>
                    <a:pt x="44947" y="21142"/>
                    <a:pt x="46030" y="20189"/>
                  </a:cubicBezTo>
                  <a:lnTo>
                    <a:pt x="29814" y="2032"/>
                  </a:lnTo>
                  <a:cubicBezTo>
                    <a:pt x="28642" y="726"/>
                    <a:pt x="26981" y="1"/>
                    <a:pt x="25264" y="1"/>
                  </a:cubicBezTo>
                  <a:close/>
                </a:path>
              </a:pathLst>
            </a:custGeom>
            <a:solidFill>
              <a:srgbClr val="3B0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27"/>
            <p:cNvSpPr/>
            <p:nvPr/>
          </p:nvSpPr>
          <p:spPr>
            <a:xfrm>
              <a:off x="4617482" y="3203571"/>
              <a:ext cx="724717" cy="648496"/>
            </a:xfrm>
            <a:custGeom>
              <a:avLst/>
              <a:gdLst/>
              <a:ahLst/>
              <a:cxnLst/>
              <a:rect l="l" t="t" r="r" b="b"/>
              <a:pathLst>
                <a:path w="36625" h="32773" extrusionOk="0">
                  <a:moveTo>
                    <a:pt x="33923" y="1"/>
                  </a:moveTo>
                  <a:cubicBezTo>
                    <a:pt x="33736" y="1"/>
                    <a:pt x="33549" y="7"/>
                    <a:pt x="33362" y="19"/>
                  </a:cubicBezTo>
                  <a:lnTo>
                    <a:pt x="11800" y="4519"/>
                  </a:lnTo>
                  <a:cubicBezTo>
                    <a:pt x="9549" y="5317"/>
                    <a:pt x="7740" y="7031"/>
                    <a:pt x="6811" y="9246"/>
                  </a:cubicBezTo>
                  <a:lnTo>
                    <a:pt x="322" y="28951"/>
                  </a:lnTo>
                  <a:cubicBezTo>
                    <a:pt x="12" y="30225"/>
                    <a:pt x="1" y="31522"/>
                    <a:pt x="274" y="32773"/>
                  </a:cubicBezTo>
                  <a:lnTo>
                    <a:pt x="24289" y="27843"/>
                  </a:lnTo>
                  <a:cubicBezTo>
                    <a:pt x="26432" y="27403"/>
                    <a:pt x="28171" y="25855"/>
                    <a:pt x="28861" y="23783"/>
                  </a:cubicBezTo>
                  <a:lnTo>
                    <a:pt x="36624" y="435"/>
                  </a:lnTo>
                  <a:cubicBezTo>
                    <a:pt x="35762" y="148"/>
                    <a:pt x="34850" y="1"/>
                    <a:pt x="3392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27"/>
            <p:cNvSpPr/>
            <p:nvPr/>
          </p:nvSpPr>
          <p:spPr>
            <a:xfrm>
              <a:off x="5174908" y="3212179"/>
              <a:ext cx="546610" cy="939332"/>
            </a:xfrm>
            <a:custGeom>
              <a:avLst/>
              <a:gdLst/>
              <a:ahLst/>
              <a:cxnLst/>
              <a:rect l="l" t="t" r="r" b="b"/>
              <a:pathLst>
                <a:path w="27624" h="47471" extrusionOk="0">
                  <a:moveTo>
                    <a:pt x="8454" y="0"/>
                  </a:moveTo>
                  <a:lnTo>
                    <a:pt x="691" y="23336"/>
                  </a:lnTo>
                  <a:cubicBezTo>
                    <a:pt x="1" y="25408"/>
                    <a:pt x="477" y="27706"/>
                    <a:pt x="1930" y="29337"/>
                  </a:cubicBezTo>
                  <a:lnTo>
                    <a:pt x="18134" y="47470"/>
                  </a:lnTo>
                  <a:cubicBezTo>
                    <a:pt x="19241" y="46494"/>
                    <a:pt x="20099" y="45232"/>
                    <a:pt x="20587" y="43779"/>
                  </a:cubicBezTo>
                  <a:lnTo>
                    <a:pt x="26754" y="25206"/>
                  </a:lnTo>
                  <a:cubicBezTo>
                    <a:pt x="27623" y="22622"/>
                    <a:pt x="27183" y="19812"/>
                    <a:pt x="25623" y="17621"/>
                  </a:cubicBezTo>
                  <a:lnTo>
                    <a:pt x="11431" y="1727"/>
                  </a:lnTo>
                  <a:cubicBezTo>
                    <a:pt x="10562" y="941"/>
                    <a:pt x="9538" y="357"/>
                    <a:pt x="8454" y="0"/>
                  </a:cubicBezTo>
                  <a:close/>
                </a:path>
              </a:pathLst>
            </a:custGeom>
            <a:solidFill>
              <a:srgbClr val="7422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27"/>
            <p:cNvSpPr/>
            <p:nvPr/>
          </p:nvSpPr>
          <p:spPr>
            <a:xfrm>
              <a:off x="4843975" y="3392605"/>
              <a:ext cx="106575" cy="91280"/>
            </a:xfrm>
            <a:custGeom>
              <a:avLst/>
              <a:gdLst/>
              <a:ahLst/>
              <a:cxnLst/>
              <a:rect l="l" t="t" r="r" b="b"/>
              <a:pathLst>
                <a:path w="5386" h="4613" extrusionOk="0">
                  <a:moveTo>
                    <a:pt x="3903" y="0"/>
                  </a:moveTo>
                  <a:cubicBezTo>
                    <a:pt x="3758" y="0"/>
                    <a:pt x="3602" y="16"/>
                    <a:pt x="3437" y="50"/>
                  </a:cubicBezTo>
                  <a:cubicBezTo>
                    <a:pt x="2140" y="312"/>
                    <a:pt x="758" y="1538"/>
                    <a:pt x="354" y="2788"/>
                  </a:cubicBezTo>
                  <a:cubicBezTo>
                    <a:pt x="1" y="3868"/>
                    <a:pt x="498" y="4612"/>
                    <a:pt x="1483" y="4612"/>
                  </a:cubicBezTo>
                  <a:cubicBezTo>
                    <a:pt x="1628" y="4612"/>
                    <a:pt x="1784" y="4596"/>
                    <a:pt x="1949" y="4562"/>
                  </a:cubicBezTo>
                  <a:cubicBezTo>
                    <a:pt x="3247" y="4289"/>
                    <a:pt x="4616" y="3074"/>
                    <a:pt x="5033" y="1824"/>
                  </a:cubicBezTo>
                  <a:cubicBezTo>
                    <a:pt x="5386" y="745"/>
                    <a:pt x="4888" y="0"/>
                    <a:pt x="39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27"/>
            <p:cNvSpPr/>
            <p:nvPr/>
          </p:nvSpPr>
          <p:spPr>
            <a:xfrm>
              <a:off x="4996659" y="3562465"/>
              <a:ext cx="106556" cy="91300"/>
            </a:xfrm>
            <a:custGeom>
              <a:avLst/>
              <a:gdLst/>
              <a:ahLst/>
              <a:cxnLst/>
              <a:rect l="l" t="t" r="r" b="b"/>
              <a:pathLst>
                <a:path w="5385" h="4614" extrusionOk="0">
                  <a:moveTo>
                    <a:pt x="3903" y="1"/>
                  </a:moveTo>
                  <a:cubicBezTo>
                    <a:pt x="3757" y="1"/>
                    <a:pt x="3602" y="17"/>
                    <a:pt x="3437" y="50"/>
                  </a:cubicBezTo>
                  <a:cubicBezTo>
                    <a:pt x="2139" y="324"/>
                    <a:pt x="770" y="1551"/>
                    <a:pt x="353" y="2789"/>
                  </a:cubicBezTo>
                  <a:cubicBezTo>
                    <a:pt x="1" y="3877"/>
                    <a:pt x="496" y="4613"/>
                    <a:pt x="1478" y="4613"/>
                  </a:cubicBezTo>
                  <a:cubicBezTo>
                    <a:pt x="1624" y="4613"/>
                    <a:pt x="1782" y="4597"/>
                    <a:pt x="1948" y="4563"/>
                  </a:cubicBezTo>
                  <a:cubicBezTo>
                    <a:pt x="3234" y="4301"/>
                    <a:pt x="4615" y="3075"/>
                    <a:pt x="5032" y="1824"/>
                  </a:cubicBezTo>
                  <a:cubicBezTo>
                    <a:pt x="5385" y="745"/>
                    <a:pt x="4888" y="1"/>
                    <a:pt x="39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27"/>
            <p:cNvSpPr/>
            <p:nvPr/>
          </p:nvSpPr>
          <p:spPr>
            <a:xfrm>
              <a:off x="4772857" y="3608570"/>
              <a:ext cx="106516" cy="91201"/>
            </a:xfrm>
            <a:custGeom>
              <a:avLst/>
              <a:gdLst/>
              <a:ahLst/>
              <a:cxnLst/>
              <a:rect l="l" t="t" r="r" b="b"/>
              <a:pathLst>
                <a:path w="5383" h="4609" extrusionOk="0">
                  <a:moveTo>
                    <a:pt x="3917" y="0"/>
                  </a:moveTo>
                  <a:cubicBezTo>
                    <a:pt x="3767" y="0"/>
                    <a:pt x="3607" y="18"/>
                    <a:pt x="3436" y="54"/>
                  </a:cubicBezTo>
                  <a:cubicBezTo>
                    <a:pt x="2150" y="316"/>
                    <a:pt x="769" y="1542"/>
                    <a:pt x="352" y="2781"/>
                  </a:cubicBezTo>
                  <a:cubicBezTo>
                    <a:pt x="1" y="3865"/>
                    <a:pt x="491" y="4608"/>
                    <a:pt x="1466" y="4608"/>
                  </a:cubicBezTo>
                  <a:cubicBezTo>
                    <a:pt x="1616" y="4608"/>
                    <a:pt x="1777" y="4591"/>
                    <a:pt x="1947" y="4555"/>
                  </a:cubicBezTo>
                  <a:cubicBezTo>
                    <a:pt x="3245" y="4293"/>
                    <a:pt x="4614" y="3066"/>
                    <a:pt x="5031" y="1828"/>
                  </a:cubicBezTo>
                  <a:cubicBezTo>
                    <a:pt x="5382" y="744"/>
                    <a:pt x="4892" y="0"/>
                    <a:pt x="39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7"/>
            <p:cNvSpPr/>
            <p:nvPr/>
          </p:nvSpPr>
          <p:spPr>
            <a:xfrm>
              <a:off x="5067796" y="3346638"/>
              <a:ext cx="106536" cy="91300"/>
            </a:xfrm>
            <a:custGeom>
              <a:avLst/>
              <a:gdLst/>
              <a:ahLst/>
              <a:cxnLst/>
              <a:rect l="l" t="t" r="r" b="b"/>
              <a:pathLst>
                <a:path w="5384" h="4614" extrusionOk="0">
                  <a:moveTo>
                    <a:pt x="3908" y="1"/>
                  </a:moveTo>
                  <a:cubicBezTo>
                    <a:pt x="3761" y="1"/>
                    <a:pt x="3604" y="17"/>
                    <a:pt x="3437" y="51"/>
                  </a:cubicBezTo>
                  <a:cubicBezTo>
                    <a:pt x="2140" y="313"/>
                    <a:pt x="758" y="1540"/>
                    <a:pt x="354" y="2790"/>
                  </a:cubicBezTo>
                  <a:cubicBezTo>
                    <a:pt x="1" y="3869"/>
                    <a:pt x="498" y="4614"/>
                    <a:pt x="1483" y="4614"/>
                  </a:cubicBezTo>
                  <a:cubicBezTo>
                    <a:pt x="1628" y="4614"/>
                    <a:pt x="1784" y="4597"/>
                    <a:pt x="1949" y="4564"/>
                  </a:cubicBezTo>
                  <a:cubicBezTo>
                    <a:pt x="3235" y="4290"/>
                    <a:pt x="4616" y="3064"/>
                    <a:pt x="5021" y="1825"/>
                  </a:cubicBezTo>
                  <a:cubicBezTo>
                    <a:pt x="5384" y="737"/>
                    <a:pt x="4889" y="1"/>
                    <a:pt x="390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27"/>
            <p:cNvSpPr/>
            <p:nvPr/>
          </p:nvSpPr>
          <p:spPr>
            <a:xfrm>
              <a:off x="4808416" y="3500509"/>
              <a:ext cx="106556" cy="91280"/>
            </a:xfrm>
            <a:custGeom>
              <a:avLst/>
              <a:gdLst/>
              <a:ahLst/>
              <a:cxnLst/>
              <a:rect l="l" t="t" r="r" b="b"/>
              <a:pathLst>
                <a:path w="5385" h="4613" extrusionOk="0">
                  <a:moveTo>
                    <a:pt x="3902" y="0"/>
                  </a:moveTo>
                  <a:cubicBezTo>
                    <a:pt x="3757" y="0"/>
                    <a:pt x="3602" y="16"/>
                    <a:pt x="3437" y="50"/>
                  </a:cubicBezTo>
                  <a:cubicBezTo>
                    <a:pt x="2139" y="324"/>
                    <a:pt x="770" y="1538"/>
                    <a:pt x="353" y="2789"/>
                  </a:cubicBezTo>
                  <a:cubicBezTo>
                    <a:pt x="0" y="3877"/>
                    <a:pt x="496" y="4613"/>
                    <a:pt x="1478" y="4613"/>
                  </a:cubicBezTo>
                  <a:cubicBezTo>
                    <a:pt x="1624" y="4613"/>
                    <a:pt x="1781" y="4597"/>
                    <a:pt x="1948" y="4563"/>
                  </a:cubicBezTo>
                  <a:cubicBezTo>
                    <a:pt x="3246" y="4301"/>
                    <a:pt x="4615" y="3074"/>
                    <a:pt x="5032" y="1824"/>
                  </a:cubicBezTo>
                  <a:cubicBezTo>
                    <a:pt x="5385" y="745"/>
                    <a:pt x="4887" y="0"/>
                    <a:pt x="39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27"/>
            <p:cNvSpPr/>
            <p:nvPr/>
          </p:nvSpPr>
          <p:spPr>
            <a:xfrm>
              <a:off x="5032237" y="3454561"/>
              <a:ext cx="106556" cy="91300"/>
            </a:xfrm>
            <a:custGeom>
              <a:avLst/>
              <a:gdLst/>
              <a:ahLst/>
              <a:cxnLst/>
              <a:rect l="l" t="t" r="r" b="b"/>
              <a:pathLst>
                <a:path w="5385" h="4614" extrusionOk="0">
                  <a:moveTo>
                    <a:pt x="3902" y="1"/>
                  </a:moveTo>
                  <a:cubicBezTo>
                    <a:pt x="3757" y="1"/>
                    <a:pt x="3602" y="17"/>
                    <a:pt x="3436" y="50"/>
                  </a:cubicBezTo>
                  <a:cubicBezTo>
                    <a:pt x="2139" y="324"/>
                    <a:pt x="769" y="1539"/>
                    <a:pt x="353" y="2789"/>
                  </a:cubicBezTo>
                  <a:cubicBezTo>
                    <a:pt x="0" y="3877"/>
                    <a:pt x="496" y="4613"/>
                    <a:pt x="1478" y="4613"/>
                  </a:cubicBezTo>
                  <a:cubicBezTo>
                    <a:pt x="1624" y="4613"/>
                    <a:pt x="1781" y="4597"/>
                    <a:pt x="1948" y="4563"/>
                  </a:cubicBezTo>
                  <a:cubicBezTo>
                    <a:pt x="3234" y="4301"/>
                    <a:pt x="4615" y="3075"/>
                    <a:pt x="5032" y="1824"/>
                  </a:cubicBezTo>
                  <a:cubicBezTo>
                    <a:pt x="5385" y="745"/>
                    <a:pt x="4887" y="1"/>
                    <a:pt x="39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27"/>
            <p:cNvSpPr/>
            <p:nvPr/>
          </p:nvSpPr>
          <p:spPr>
            <a:xfrm>
              <a:off x="4823395" y="3916312"/>
              <a:ext cx="126779" cy="72957"/>
            </a:xfrm>
            <a:custGeom>
              <a:avLst/>
              <a:gdLst/>
              <a:ahLst/>
              <a:cxnLst/>
              <a:rect l="l" t="t" r="r" b="b"/>
              <a:pathLst>
                <a:path w="6407" h="3687" extrusionOk="0">
                  <a:moveTo>
                    <a:pt x="2291" y="1"/>
                  </a:moveTo>
                  <a:cubicBezTo>
                    <a:pt x="2063" y="1"/>
                    <a:pt x="1842" y="21"/>
                    <a:pt x="1632" y="63"/>
                  </a:cubicBezTo>
                  <a:cubicBezTo>
                    <a:pt x="346" y="337"/>
                    <a:pt x="1" y="1349"/>
                    <a:pt x="870" y="2326"/>
                  </a:cubicBezTo>
                  <a:cubicBezTo>
                    <a:pt x="1597" y="3152"/>
                    <a:pt x="2939" y="3687"/>
                    <a:pt x="4111" y="3687"/>
                  </a:cubicBezTo>
                  <a:cubicBezTo>
                    <a:pt x="4341" y="3687"/>
                    <a:pt x="4564" y="3666"/>
                    <a:pt x="4775" y="3623"/>
                  </a:cubicBezTo>
                  <a:cubicBezTo>
                    <a:pt x="6061" y="3361"/>
                    <a:pt x="6406" y="2349"/>
                    <a:pt x="5537" y="1373"/>
                  </a:cubicBezTo>
                  <a:cubicBezTo>
                    <a:pt x="4808" y="545"/>
                    <a:pt x="3469" y="1"/>
                    <a:pt x="22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7"/>
            <p:cNvSpPr/>
            <p:nvPr/>
          </p:nvSpPr>
          <p:spPr>
            <a:xfrm>
              <a:off x="5010471" y="3978526"/>
              <a:ext cx="126759" cy="73036"/>
            </a:xfrm>
            <a:custGeom>
              <a:avLst/>
              <a:gdLst/>
              <a:ahLst/>
              <a:cxnLst/>
              <a:rect l="l" t="t" r="r" b="b"/>
              <a:pathLst>
                <a:path w="6406" h="3691" extrusionOk="0">
                  <a:moveTo>
                    <a:pt x="2298" y="0"/>
                  </a:moveTo>
                  <a:cubicBezTo>
                    <a:pt x="2071" y="0"/>
                    <a:pt x="1851" y="20"/>
                    <a:pt x="1643" y="63"/>
                  </a:cubicBezTo>
                  <a:cubicBezTo>
                    <a:pt x="345" y="337"/>
                    <a:pt x="0" y="1349"/>
                    <a:pt x="869" y="2325"/>
                  </a:cubicBezTo>
                  <a:cubicBezTo>
                    <a:pt x="1593" y="3148"/>
                    <a:pt x="2928" y="3690"/>
                    <a:pt x="4104" y="3690"/>
                  </a:cubicBezTo>
                  <a:cubicBezTo>
                    <a:pt x="4340" y="3690"/>
                    <a:pt x="4570" y="3668"/>
                    <a:pt x="4787" y="3623"/>
                  </a:cubicBezTo>
                  <a:cubicBezTo>
                    <a:pt x="6072" y="3361"/>
                    <a:pt x="6406" y="2349"/>
                    <a:pt x="5549" y="1372"/>
                  </a:cubicBezTo>
                  <a:cubicBezTo>
                    <a:pt x="4820" y="544"/>
                    <a:pt x="3472" y="0"/>
                    <a:pt x="22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7"/>
            <p:cNvSpPr/>
            <p:nvPr/>
          </p:nvSpPr>
          <p:spPr>
            <a:xfrm>
              <a:off x="5197763" y="4040719"/>
              <a:ext cx="126779" cy="73036"/>
            </a:xfrm>
            <a:custGeom>
              <a:avLst/>
              <a:gdLst/>
              <a:ahLst/>
              <a:cxnLst/>
              <a:rect l="l" t="t" r="r" b="b"/>
              <a:pathLst>
                <a:path w="6407" h="3691" extrusionOk="0">
                  <a:moveTo>
                    <a:pt x="2287" y="0"/>
                  </a:moveTo>
                  <a:cubicBezTo>
                    <a:pt x="2060" y="0"/>
                    <a:pt x="1840" y="21"/>
                    <a:pt x="1632" y="63"/>
                  </a:cubicBezTo>
                  <a:cubicBezTo>
                    <a:pt x="334" y="337"/>
                    <a:pt x="1" y="1349"/>
                    <a:pt x="858" y="2325"/>
                  </a:cubicBezTo>
                  <a:cubicBezTo>
                    <a:pt x="1582" y="3148"/>
                    <a:pt x="2917" y="3690"/>
                    <a:pt x="4093" y="3690"/>
                  </a:cubicBezTo>
                  <a:cubicBezTo>
                    <a:pt x="4329" y="3690"/>
                    <a:pt x="4558" y="3669"/>
                    <a:pt x="4775" y="3623"/>
                  </a:cubicBezTo>
                  <a:cubicBezTo>
                    <a:pt x="6061" y="3361"/>
                    <a:pt x="6406" y="2349"/>
                    <a:pt x="5537" y="1373"/>
                  </a:cubicBezTo>
                  <a:cubicBezTo>
                    <a:pt x="4808" y="544"/>
                    <a:pt x="3461" y="0"/>
                    <a:pt x="22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27"/>
            <p:cNvSpPr/>
            <p:nvPr/>
          </p:nvSpPr>
          <p:spPr>
            <a:xfrm>
              <a:off x="4973942" y="4086785"/>
              <a:ext cx="126779" cy="72917"/>
            </a:xfrm>
            <a:custGeom>
              <a:avLst/>
              <a:gdLst/>
              <a:ahLst/>
              <a:cxnLst/>
              <a:rect l="l" t="t" r="r" b="b"/>
              <a:pathLst>
                <a:path w="6407" h="3685" extrusionOk="0">
                  <a:moveTo>
                    <a:pt x="2309" y="1"/>
                  </a:moveTo>
                  <a:cubicBezTo>
                    <a:pt x="2075" y="1"/>
                    <a:pt x="1847" y="23"/>
                    <a:pt x="1632" y="69"/>
                  </a:cubicBezTo>
                  <a:cubicBezTo>
                    <a:pt x="334" y="331"/>
                    <a:pt x="1" y="1343"/>
                    <a:pt x="858" y="2319"/>
                  </a:cubicBezTo>
                  <a:cubicBezTo>
                    <a:pt x="1592" y="3142"/>
                    <a:pt x="2920" y="3684"/>
                    <a:pt x="4094" y="3684"/>
                  </a:cubicBezTo>
                  <a:cubicBezTo>
                    <a:pt x="4329" y="3684"/>
                    <a:pt x="4558" y="3662"/>
                    <a:pt x="4775" y="3617"/>
                  </a:cubicBezTo>
                  <a:cubicBezTo>
                    <a:pt x="6061" y="3355"/>
                    <a:pt x="6406" y="2343"/>
                    <a:pt x="5537" y="1366"/>
                  </a:cubicBezTo>
                  <a:cubicBezTo>
                    <a:pt x="4813" y="543"/>
                    <a:pt x="3478" y="1"/>
                    <a:pt x="23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27"/>
            <p:cNvSpPr/>
            <p:nvPr/>
          </p:nvSpPr>
          <p:spPr>
            <a:xfrm>
              <a:off x="5047217" y="3870384"/>
              <a:ext cx="126779" cy="72957"/>
            </a:xfrm>
            <a:custGeom>
              <a:avLst/>
              <a:gdLst/>
              <a:ahLst/>
              <a:cxnLst/>
              <a:rect l="l" t="t" r="r" b="b"/>
              <a:pathLst>
                <a:path w="6407" h="3687" extrusionOk="0">
                  <a:moveTo>
                    <a:pt x="2287" y="0"/>
                  </a:moveTo>
                  <a:cubicBezTo>
                    <a:pt x="2060" y="0"/>
                    <a:pt x="1840" y="20"/>
                    <a:pt x="1632" y="63"/>
                  </a:cubicBezTo>
                  <a:cubicBezTo>
                    <a:pt x="346" y="337"/>
                    <a:pt x="1" y="1337"/>
                    <a:pt x="870" y="2325"/>
                  </a:cubicBezTo>
                  <a:cubicBezTo>
                    <a:pt x="1596" y="3151"/>
                    <a:pt x="2931" y="3686"/>
                    <a:pt x="4107" y="3686"/>
                  </a:cubicBezTo>
                  <a:cubicBezTo>
                    <a:pt x="4338" y="3686"/>
                    <a:pt x="4562" y="3666"/>
                    <a:pt x="4775" y="3623"/>
                  </a:cubicBezTo>
                  <a:cubicBezTo>
                    <a:pt x="6061" y="3361"/>
                    <a:pt x="6406" y="2349"/>
                    <a:pt x="5537" y="1361"/>
                  </a:cubicBezTo>
                  <a:cubicBezTo>
                    <a:pt x="4809" y="542"/>
                    <a:pt x="3461" y="0"/>
                    <a:pt x="22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27"/>
            <p:cNvSpPr/>
            <p:nvPr/>
          </p:nvSpPr>
          <p:spPr>
            <a:xfrm>
              <a:off x="5299553" y="3647098"/>
              <a:ext cx="78932" cy="113798"/>
            </a:xfrm>
            <a:custGeom>
              <a:avLst/>
              <a:gdLst/>
              <a:ahLst/>
              <a:cxnLst/>
              <a:rect l="l" t="t" r="r" b="b"/>
              <a:pathLst>
                <a:path w="3989" h="5751" extrusionOk="0">
                  <a:moveTo>
                    <a:pt x="1624" y="0"/>
                  </a:moveTo>
                  <a:cubicBezTo>
                    <a:pt x="1114" y="0"/>
                    <a:pt x="659" y="381"/>
                    <a:pt x="417" y="1107"/>
                  </a:cubicBezTo>
                  <a:cubicBezTo>
                    <a:pt x="0" y="2358"/>
                    <a:pt x="369" y="4155"/>
                    <a:pt x="1250" y="5144"/>
                  </a:cubicBezTo>
                  <a:cubicBezTo>
                    <a:pt x="1614" y="5553"/>
                    <a:pt x="2010" y="5751"/>
                    <a:pt x="2376" y="5751"/>
                  </a:cubicBezTo>
                  <a:cubicBezTo>
                    <a:pt x="2885" y="5751"/>
                    <a:pt x="3337" y="5370"/>
                    <a:pt x="3572" y="4644"/>
                  </a:cubicBezTo>
                  <a:cubicBezTo>
                    <a:pt x="3989" y="3393"/>
                    <a:pt x="3620" y="1584"/>
                    <a:pt x="2751" y="607"/>
                  </a:cubicBezTo>
                  <a:cubicBezTo>
                    <a:pt x="2386" y="198"/>
                    <a:pt x="1991" y="0"/>
                    <a:pt x="16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7"/>
            <p:cNvSpPr/>
            <p:nvPr/>
          </p:nvSpPr>
          <p:spPr>
            <a:xfrm>
              <a:off x="5523137" y="3599785"/>
              <a:ext cx="78932" cy="113758"/>
            </a:xfrm>
            <a:custGeom>
              <a:avLst/>
              <a:gdLst/>
              <a:ahLst/>
              <a:cxnLst/>
              <a:rect l="l" t="t" r="r" b="b"/>
              <a:pathLst>
                <a:path w="3989" h="5749" extrusionOk="0">
                  <a:moveTo>
                    <a:pt x="1610" y="1"/>
                  </a:moveTo>
                  <a:cubicBezTo>
                    <a:pt x="1102" y="1"/>
                    <a:pt x="651" y="381"/>
                    <a:pt x="417" y="1105"/>
                  </a:cubicBezTo>
                  <a:cubicBezTo>
                    <a:pt x="0" y="2355"/>
                    <a:pt x="369" y="4165"/>
                    <a:pt x="1238" y="5141"/>
                  </a:cubicBezTo>
                  <a:cubicBezTo>
                    <a:pt x="1608" y="5551"/>
                    <a:pt x="2004" y="5748"/>
                    <a:pt x="2370" y="5748"/>
                  </a:cubicBezTo>
                  <a:cubicBezTo>
                    <a:pt x="2879" y="5748"/>
                    <a:pt x="3330" y="5368"/>
                    <a:pt x="3572" y="4641"/>
                  </a:cubicBezTo>
                  <a:cubicBezTo>
                    <a:pt x="3989" y="3391"/>
                    <a:pt x="3620" y="1593"/>
                    <a:pt x="2751" y="617"/>
                  </a:cubicBezTo>
                  <a:cubicBezTo>
                    <a:pt x="2380" y="201"/>
                    <a:pt x="1980" y="1"/>
                    <a:pt x="16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7"/>
            <p:cNvSpPr/>
            <p:nvPr/>
          </p:nvSpPr>
          <p:spPr>
            <a:xfrm>
              <a:off x="5451029" y="3816640"/>
              <a:ext cx="78952" cy="113739"/>
            </a:xfrm>
            <a:custGeom>
              <a:avLst/>
              <a:gdLst/>
              <a:ahLst/>
              <a:cxnLst/>
              <a:rect l="l" t="t" r="r" b="b"/>
              <a:pathLst>
                <a:path w="3990" h="5748" extrusionOk="0">
                  <a:moveTo>
                    <a:pt x="1612" y="0"/>
                  </a:moveTo>
                  <a:cubicBezTo>
                    <a:pt x="1107" y="0"/>
                    <a:pt x="659" y="377"/>
                    <a:pt x="418" y="1100"/>
                  </a:cubicBezTo>
                  <a:cubicBezTo>
                    <a:pt x="1" y="2350"/>
                    <a:pt x="370" y="4160"/>
                    <a:pt x="1239" y="5136"/>
                  </a:cubicBezTo>
                  <a:cubicBezTo>
                    <a:pt x="1611" y="5548"/>
                    <a:pt x="2009" y="5748"/>
                    <a:pt x="2378" y="5748"/>
                  </a:cubicBezTo>
                  <a:cubicBezTo>
                    <a:pt x="2883" y="5748"/>
                    <a:pt x="3332" y="5371"/>
                    <a:pt x="3573" y="4648"/>
                  </a:cubicBezTo>
                  <a:cubicBezTo>
                    <a:pt x="3989" y="3398"/>
                    <a:pt x="3620" y="1588"/>
                    <a:pt x="2751" y="612"/>
                  </a:cubicBezTo>
                  <a:cubicBezTo>
                    <a:pt x="2380" y="200"/>
                    <a:pt x="1981" y="0"/>
                    <a:pt x="16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27"/>
            <p:cNvSpPr/>
            <p:nvPr/>
          </p:nvSpPr>
          <p:spPr>
            <a:xfrm>
              <a:off x="5371640" y="3430321"/>
              <a:ext cx="78932" cy="113679"/>
            </a:xfrm>
            <a:custGeom>
              <a:avLst/>
              <a:gdLst/>
              <a:ahLst/>
              <a:cxnLst/>
              <a:rect l="l" t="t" r="r" b="b"/>
              <a:pathLst>
                <a:path w="3989" h="5745" extrusionOk="0">
                  <a:moveTo>
                    <a:pt x="1616" y="1"/>
                  </a:moveTo>
                  <a:cubicBezTo>
                    <a:pt x="1109" y="1"/>
                    <a:pt x="659" y="378"/>
                    <a:pt x="417" y="1097"/>
                  </a:cubicBezTo>
                  <a:cubicBezTo>
                    <a:pt x="0" y="2347"/>
                    <a:pt x="370" y="4157"/>
                    <a:pt x="1251" y="5133"/>
                  </a:cubicBezTo>
                  <a:cubicBezTo>
                    <a:pt x="1617" y="5545"/>
                    <a:pt x="2013" y="5745"/>
                    <a:pt x="2380" y="5745"/>
                  </a:cubicBezTo>
                  <a:cubicBezTo>
                    <a:pt x="2883" y="5745"/>
                    <a:pt x="3331" y="5368"/>
                    <a:pt x="3572" y="4645"/>
                  </a:cubicBezTo>
                  <a:cubicBezTo>
                    <a:pt x="3989" y="3395"/>
                    <a:pt x="3620" y="1585"/>
                    <a:pt x="2751" y="609"/>
                  </a:cubicBezTo>
                  <a:cubicBezTo>
                    <a:pt x="2381" y="199"/>
                    <a:pt x="1984" y="1"/>
                    <a:pt x="161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CFF951E-8993-CBBE-01F2-5B2EBA220B56}"/>
              </a:ext>
            </a:extLst>
          </p:cNvPr>
          <p:cNvSpPr txBox="1"/>
          <p:nvPr/>
        </p:nvSpPr>
        <p:spPr>
          <a:xfrm>
            <a:off x="6066200" y="4347304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Name: Gautam Sachdeva</a:t>
            </a:r>
          </a:p>
          <a:p>
            <a:r>
              <a:rPr lang="en-US" b="1" dirty="0">
                <a:solidFill>
                  <a:schemeClr val="tx1"/>
                </a:solidFill>
              </a:rPr>
              <a:t>Roll no: 211092685</a:t>
            </a:r>
            <a:endParaRPr lang="en-IN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28"/>
          <p:cNvGrpSpPr/>
          <p:nvPr/>
        </p:nvGrpSpPr>
        <p:grpSpPr>
          <a:xfrm>
            <a:off x="2817798" y="1310125"/>
            <a:ext cx="3508400" cy="3024900"/>
            <a:chOff x="2817798" y="1310125"/>
            <a:chExt cx="3508400" cy="3024900"/>
          </a:xfrm>
        </p:grpSpPr>
        <p:sp>
          <p:nvSpPr>
            <p:cNvPr id="155" name="Google Shape;155;p28"/>
            <p:cNvSpPr/>
            <p:nvPr/>
          </p:nvSpPr>
          <p:spPr>
            <a:xfrm>
              <a:off x="3059550" y="1310125"/>
              <a:ext cx="3024900" cy="3024900"/>
            </a:xfrm>
            <a:prstGeom prst="ellipse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28"/>
            <p:cNvSpPr/>
            <p:nvPr/>
          </p:nvSpPr>
          <p:spPr>
            <a:xfrm>
              <a:off x="5562605" y="1588389"/>
              <a:ext cx="763593" cy="763593"/>
            </a:xfrm>
            <a:custGeom>
              <a:avLst/>
              <a:gdLst/>
              <a:ahLst/>
              <a:cxnLst/>
              <a:rect l="l" t="t" r="r" b="b"/>
              <a:pathLst>
                <a:path w="35136" h="35136" extrusionOk="0">
                  <a:moveTo>
                    <a:pt x="17574" y="0"/>
                  </a:moveTo>
                  <a:cubicBezTo>
                    <a:pt x="7870" y="0"/>
                    <a:pt x="0" y="7871"/>
                    <a:pt x="0" y="17574"/>
                  </a:cubicBezTo>
                  <a:cubicBezTo>
                    <a:pt x="0" y="27278"/>
                    <a:pt x="7870" y="35136"/>
                    <a:pt x="17574" y="35136"/>
                  </a:cubicBezTo>
                  <a:cubicBezTo>
                    <a:pt x="27278" y="35136"/>
                    <a:pt x="35136" y="27278"/>
                    <a:pt x="35136" y="17574"/>
                  </a:cubicBezTo>
                  <a:cubicBezTo>
                    <a:pt x="35136" y="7871"/>
                    <a:pt x="27278" y="0"/>
                    <a:pt x="1757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40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02</a:t>
              </a:r>
              <a:endParaRPr sz="2400" dirty="0">
                <a:solidFill>
                  <a:srgbClr val="FFFFFF"/>
                </a:solidFill>
              </a:endParaRPr>
            </a:p>
          </p:txBody>
        </p:sp>
        <p:sp>
          <p:nvSpPr>
            <p:cNvPr id="157" name="Google Shape;157;p28"/>
            <p:cNvSpPr/>
            <p:nvPr/>
          </p:nvSpPr>
          <p:spPr>
            <a:xfrm>
              <a:off x="2817798" y="1588389"/>
              <a:ext cx="763593" cy="763593"/>
            </a:xfrm>
            <a:custGeom>
              <a:avLst/>
              <a:gdLst/>
              <a:ahLst/>
              <a:cxnLst/>
              <a:rect l="l" t="t" r="r" b="b"/>
              <a:pathLst>
                <a:path w="35136" h="35136" extrusionOk="0">
                  <a:moveTo>
                    <a:pt x="17574" y="0"/>
                  </a:moveTo>
                  <a:cubicBezTo>
                    <a:pt x="7871" y="0"/>
                    <a:pt x="1" y="7858"/>
                    <a:pt x="1" y="17562"/>
                  </a:cubicBezTo>
                  <a:cubicBezTo>
                    <a:pt x="1" y="27266"/>
                    <a:pt x="7871" y="35136"/>
                    <a:pt x="17574" y="35136"/>
                  </a:cubicBezTo>
                  <a:cubicBezTo>
                    <a:pt x="27278" y="35136"/>
                    <a:pt x="35136" y="27266"/>
                    <a:pt x="35136" y="17562"/>
                  </a:cubicBezTo>
                  <a:cubicBezTo>
                    <a:pt x="35136" y="7858"/>
                    <a:pt x="27278" y="0"/>
                    <a:pt x="1757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40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01</a:t>
              </a:r>
              <a:endParaRPr sz="2400">
                <a:solidFill>
                  <a:srgbClr val="FFFFFF"/>
                </a:solidFill>
              </a:endParaRPr>
            </a:p>
          </p:txBody>
        </p:sp>
        <p:sp>
          <p:nvSpPr>
            <p:cNvPr id="158" name="Google Shape;158;p28"/>
            <p:cNvSpPr/>
            <p:nvPr/>
          </p:nvSpPr>
          <p:spPr>
            <a:xfrm>
              <a:off x="5562605" y="3116269"/>
              <a:ext cx="763593" cy="763593"/>
            </a:xfrm>
            <a:custGeom>
              <a:avLst/>
              <a:gdLst/>
              <a:ahLst/>
              <a:cxnLst/>
              <a:rect l="l" t="t" r="r" b="b"/>
              <a:pathLst>
                <a:path w="35136" h="35136" extrusionOk="0">
                  <a:moveTo>
                    <a:pt x="17574" y="0"/>
                  </a:moveTo>
                  <a:cubicBezTo>
                    <a:pt x="7870" y="0"/>
                    <a:pt x="0" y="7871"/>
                    <a:pt x="0" y="17574"/>
                  </a:cubicBezTo>
                  <a:cubicBezTo>
                    <a:pt x="0" y="27278"/>
                    <a:pt x="7870" y="35136"/>
                    <a:pt x="17574" y="35136"/>
                  </a:cubicBezTo>
                  <a:cubicBezTo>
                    <a:pt x="27278" y="35136"/>
                    <a:pt x="35136" y="27278"/>
                    <a:pt x="35136" y="17574"/>
                  </a:cubicBezTo>
                  <a:cubicBezTo>
                    <a:pt x="35136" y="7871"/>
                    <a:pt x="27278" y="0"/>
                    <a:pt x="175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40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04</a:t>
              </a:r>
              <a:endParaRPr sz="2400" dirty="0">
                <a:solidFill>
                  <a:srgbClr val="FFFFFF"/>
                </a:solidFill>
              </a:endParaRPr>
            </a:p>
          </p:txBody>
        </p:sp>
        <p:sp>
          <p:nvSpPr>
            <p:cNvPr id="159" name="Google Shape;159;p28"/>
            <p:cNvSpPr/>
            <p:nvPr/>
          </p:nvSpPr>
          <p:spPr>
            <a:xfrm>
              <a:off x="2817798" y="3116269"/>
              <a:ext cx="763593" cy="763593"/>
            </a:xfrm>
            <a:custGeom>
              <a:avLst/>
              <a:gdLst/>
              <a:ahLst/>
              <a:cxnLst/>
              <a:rect l="l" t="t" r="r" b="b"/>
              <a:pathLst>
                <a:path w="35136" h="35136" extrusionOk="0">
                  <a:moveTo>
                    <a:pt x="17574" y="0"/>
                  </a:moveTo>
                  <a:cubicBezTo>
                    <a:pt x="7871" y="0"/>
                    <a:pt x="1" y="7858"/>
                    <a:pt x="1" y="17562"/>
                  </a:cubicBezTo>
                  <a:cubicBezTo>
                    <a:pt x="1" y="27266"/>
                    <a:pt x="7871" y="35136"/>
                    <a:pt x="17574" y="35136"/>
                  </a:cubicBezTo>
                  <a:cubicBezTo>
                    <a:pt x="27278" y="35136"/>
                    <a:pt x="35136" y="27266"/>
                    <a:pt x="35136" y="17562"/>
                  </a:cubicBezTo>
                  <a:cubicBezTo>
                    <a:pt x="35136" y="7858"/>
                    <a:pt x="27278" y="0"/>
                    <a:pt x="175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240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03</a:t>
              </a:r>
              <a:endParaRPr sz="2400" dirty="0">
                <a:solidFill>
                  <a:srgbClr val="FFFFFF"/>
                </a:solidFill>
              </a:endParaRPr>
            </a:p>
          </p:txBody>
        </p:sp>
      </p:grpSp>
      <p:sp>
        <p:nvSpPr>
          <p:cNvPr id="160" name="Google Shape;160;p28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accent5"/>
                </a:solidFill>
              </a:rPr>
              <a:t>Introduction</a:t>
            </a:r>
            <a:endParaRPr dirty="0">
              <a:solidFill>
                <a:schemeClr val="accent5"/>
              </a:solidFill>
            </a:endParaRPr>
          </a:p>
        </p:txBody>
      </p:sp>
      <p:grpSp>
        <p:nvGrpSpPr>
          <p:cNvPr id="161" name="Google Shape;161;p28"/>
          <p:cNvGrpSpPr/>
          <p:nvPr/>
        </p:nvGrpSpPr>
        <p:grpSpPr>
          <a:xfrm>
            <a:off x="3435706" y="1517484"/>
            <a:ext cx="2246887" cy="2610229"/>
            <a:chOff x="3878586" y="2007162"/>
            <a:chExt cx="1361585" cy="1581765"/>
          </a:xfrm>
        </p:grpSpPr>
        <p:sp>
          <p:nvSpPr>
            <p:cNvPr id="162" name="Google Shape;162;p28"/>
            <p:cNvSpPr/>
            <p:nvPr/>
          </p:nvSpPr>
          <p:spPr>
            <a:xfrm>
              <a:off x="4569439" y="2406157"/>
              <a:ext cx="670708" cy="1182770"/>
            </a:xfrm>
            <a:custGeom>
              <a:avLst/>
              <a:gdLst/>
              <a:ahLst/>
              <a:cxnLst/>
              <a:rect l="l" t="t" r="r" b="b"/>
              <a:pathLst>
                <a:path w="30862" h="54424" extrusionOk="0">
                  <a:moveTo>
                    <a:pt x="30862" y="0"/>
                  </a:moveTo>
                  <a:lnTo>
                    <a:pt x="108" y="17884"/>
                  </a:lnTo>
                  <a:lnTo>
                    <a:pt x="1" y="54424"/>
                  </a:lnTo>
                  <a:lnTo>
                    <a:pt x="1" y="54424"/>
                  </a:lnTo>
                  <a:lnTo>
                    <a:pt x="30766" y="36541"/>
                  </a:lnTo>
                  <a:lnTo>
                    <a:pt x="3086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8"/>
            <p:cNvSpPr/>
            <p:nvPr/>
          </p:nvSpPr>
          <p:spPr>
            <a:xfrm>
              <a:off x="4853278" y="2929350"/>
              <a:ext cx="103012" cy="136241"/>
            </a:xfrm>
            <a:custGeom>
              <a:avLst/>
              <a:gdLst/>
              <a:ahLst/>
              <a:cxnLst/>
              <a:rect l="l" t="t" r="r" b="b"/>
              <a:pathLst>
                <a:path w="4740" h="6269" extrusionOk="0">
                  <a:moveTo>
                    <a:pt x="3421" y="1"/>
                  </a:moveTo>
                  <a:cubicBezTo>
                    <a:pt x="3108" y="1"/>
                    <a:pt x="2756" y="104"/>
                    <a:pt x="2382" y="321"/>
                  </a:cubicBezTo>
                  <a:cubicBezTo>
                    <a:pt x="1072" y="1083"/>
                    <a:pt x="13" y="2953"/>
                    <a:pt x="1" y="4512"/>
                  </a:cubicBezTo>
                  <a:cubicBezTo>
                    <a:pt x="1" y="5628"/>
                    <a:pt x="543" y="6268"/>
                    <a:pt x="1331" y="6268"/>
                  </a:cubicBezTo>
                  <a:cubicBezTo>
                    <a:pt x="1644" y="6268"/>
                    <a:pt x="1997" y="6167"/>
                    <a:pt x="2370" y="5953"/>
                  </a:cubicBezTo>
                  <a:cubicBezTo>
                    <a:pt x="3668" y="5191"/>
                    <a:pt x="4739" y="3310"/>
                    <a:pt x="4739" y="1762"/>
                  </a:cubicBezTo>
                  <a:cubicBezTo>
                    <a:pt x="4739" y="647"/>
                    <a:pt x="4204" y="1"/>
                    <a:pt x="342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28"/>
            <p:cNvSpPr/>
            <p:nvPr/>
          </p:nvSpPr>
          <p:spPr>
            <a:xfrm>
              <a:off x="5003683" y="3006194"/>
              <a:ext cx="103121" cy="136198"/>
            </a:xfrm>
            <a:custGeom>
              <a:avLst/>
              <a:gdLst/>
              <a:ahLst/>
              <a:cxnLst/>
              <a:rect l="l" t="t" r="r" b="b"/>
              <a:pathLst>
                <a:path w="4745" h="6267" extrusionOk="0">
                  <a:moveTo>
                    <a:pt x="3419" y="1"/>
                  </a:moveTo>
                  <a:cubicBezTo>
                    <a:pt x="3106" y="1"/>
                    <a:pt x="2752" y="104"/>
                    <a:pt x="2379" y="321"/>
                  </a:cubicBezTo>
                  <a:cubicBezTo>
                    <a:pt x="1069" y="1083"/>
                    <a:pt x="9" y="2953"/>
                    <a:pt x="9" y="4512"/>
                  </a:cubicBezTo>
                  <a:cubicBezTo>
                    <a:pt x="1" y="5622"/>
                    <a:pt x="543" y="6266"/>
                    <a:pt x="1332" y="6266"/>
                  </a:cubicBezTo>
                  <a:cubicBezTo>
                    <a:pt x="1645" y="6266"/>
                    <a:pt x="1996" y="6166"/>
                    <a:pt x="2367" y="5953"/>
                  </a:cubicBezTo>
                  <a:cubicBezTo>
                    <a:pt x="3676" y="5191"/>
                    <a:pt x="4736" y="3310"/>
                    <a:pt x="4736" y="1762"/>
                  </a:cubicBezTo>
                  <a:cubicBezTo>
                    <a:pt x="4745" y="647"/>
                    <a:pt x="4206" y="1"/>
                    <a:pt x="341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28"/>
            <p:cNvSpPr/>
            <p:nvPr/>
          </p:nvSpPr>
          <p:spPr>
            <a:xfrm>
              <a:off x="4712086" y="2858200"/>
              <a:ext cx="103186" cy="136089"/>
            </a:xfrm>
            <a:custGeom>
              <a:avLst/>
              <a:gdLst/>
              <a:ahLst/>
              <a:cxnLst/>
              <a:rect l="l" t="t" r="r" b="b"/>
              <a:pathLst>
                <a:path w="4748" h="6262" extrusionOk="0">
                  <a:moveTo>
                    <a:pt x="3419" y="1"/>
                  </a:moveTo>
                  <a:cubicBezTo>
                    <a:pt x="3105" y="1"/>
                    <a:pt x="2752" y="104"/>
                    <a:pt x="2378" y="321"/>
                  </a:cubicBezTo>
                  <a:cubicBezTo>
                    <a:pt x="1069" y="1083"/>
                    <a:pt x="9" y="2952"/>
                    <a:pt x="9" y="4512"/>
                  </a:cubicBezTo>
                  <a:cubicBezTo>
                    <a:pt x="0" y="5618"/>
                    <a:pt x="539" y="6262"/>
                    <a:pt x="1324" y="6262"/>
                  </a:cubicBezTo>
                  <a:cubicBezTo>
                    <a:pt x="1638" y="6262"/>
                    <a:pt x="1992" y="6158"/>
                    <a:pt x="2366" y="5941"/>
                  </a:cubicBezTo>
                  <a:cubicBezTo>
                    <a:pt x="3676" y="5191"/>
                    <a:pt x="4736" y="3309"/>
                    <a:pt x="4748" y="1762"/>
                  </a:cubicBezTo>
                  <a:cubicBezTo>
                    <a:pt x="4748" y="647"/>
                    <a:pt x="4206" y="1"/>
                    <a:pt x="341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28"/>
            <p:cNvSpPr/>
            <p:nvPr/>
          </p:nvSpPr>
          <p:spPr>
            <a:xfrm>
              <a:off x="3880672" y="2007162"/>
              <a:ext cx="1359498" cy="787673"/>
            </a:xfrm>
            <a:custGeom>
              <a:avLst/>
              <a:gdLst/>
              <a:ahLst/>
              <a:cxnLst/>
              <a:rect l="l" t="t" r="r" b="b"/>
              <a:pathLst>
                <a:path w="62556" h="36244" extrusionOk="0">
                  <a:moveTo>
                    <a:pt x="30766" y="1"/>
                  </a:moveTo>
                  <a:lnTo>
                    <a:pt x="0" y="17884"/>
                  </a:lnTo>
                  <a:lnTo>
                    <a:pt x="31802" y="36244"/>
                  </a:lnTo>
                  <a:lnTo>
                    <a:pt x="62556" y="18360"/>
                  </a:lnTo>
                  <a:lnTo>
                    <a:pt x="30766" y="1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28"/>
            <p:cNvSpPr/>
            <p:nvPr/>
          </p:nvSpPr>
          <p:spPr>
            <a:xfrm>
              <a:off x="4666210" y="2249297"/>
              <a:ext cx="163037" cy="85800"/>
            </a:xfrm>
            <a:custGeom>
              <a:avLst/>
              <a:gdLst/>
              <a:ahLst/>
              <a:cxnLst/>
              <a:rect l="l" t="t" r="r" b="b"/>
              <a:pathLst>
                <a:path w="7502" h="3948" extrusionOk="0">
                  <a:moveTo>
                    <a:pt x="3651" y="0"/>
                  </a:moveTo>
                  <a:cubicBezTo>
                    <a:pt x="2793" y="0"/>
                    <a:pt x="1943" y="188"/>
                    <a:pt x="1298" y="563"/>
                  </a:cubicBezTo>
                  <a:cubicBezTo>
                    <a:pt x="1" y="1325"/>
                    <a:pt x="36" y="2563"/>
                    <a:pt x="1382" y="3349"/>
                  </a:cubicBezTo>
                  <a:cubicBezTo>
                    <a:pt x="2071" y="3748"/>
                    <a:pt x="2965" y="3947"/>
                    <a:pt x="3849" y="3947"/>
                  </a:cubicBezTo>
                  <a:cubicBezTo>
                    <a:pt x="4706" y="3947"/>
                    <a:pt x="5553" y="3760"/>
                    <a:pt x="6192" y="3385"/>
                  </a:cubicBezTo>
                  <a:cubicBezTo>
                    <a:pt x="7502" y="2623"/>
                    <a:pt x="7466" y="1372"/>
                    <a:pt x="6120" y="599"/>
                  </a:cubicBezTo>
                  <a:cubicBezTo>
                    <a:pt x="5431" y="200"/>
                    <a:pt x="4537" y="0"/>
                    <a:pt x="365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28"/>
            <p:cNvSpPr/>
            <p:nvPr/>
          </p:nvSpPr>
          <p:spPr>
            <a:xfrm>
              <a:off x="4303703" y="2459900"/>
              <a:ext cx="163037" cy="85800"/>
            </a:xfrm>
            <a:custGeom>
              <a:avLst/>
              <a:gdLst/>
              <a:ahLst/>
              <a:cxnLst/>
              <a:rect l="l" t="t" r="r" b="b"/>
              <a:pathLst>
                <a:path w="7502" h="3948" extrusionOk="0">
                  <a:moveTo>
                    <a:pt x="3653" y="1"/>
                  </a:moveTo>
                  <a:cubicBezTo>
                    <a:pt x="2796" y="1"/>
                    <a:pt x="1950" y="188"/>
                    <a:pt x="1311" y="563"/>
                  </a:cubicBezTo>
                  <a:cubicBezTo>
                    <a:pt x="1" y="1325"/>
                    <a:pt x="37" y="2576"/>
                    <a:pt x="1382" y="3350"/>
                  </a:cubicBezTo>
                  <a:cubicBezTo>
                    <a:pt x="2071" y="3748"/>
                    <a:pt x="2966" y="3948"/>
                    <a:pt x="3851" y="3948"/>
                  </a:cubicBezTo>
                  <a:cubicBezTo>
                    <a:pt x="4710" y="3948"/>
                    <a:pt x="5559" y="3760"/>
                    <a:pt x="6204" y="3385"/>
                  </a:cubicBezTo>
                  <a:cubicBezTo>
                    <a:pt x="7502" y="2623"/>
                    <a:pt x="7466" y="1385"/>
                    <a:pt x="6121" y="599"/>
                  </a:cubicBezTo>
                  <a:cubicBezTo>
                    <a:pt x="5432" y="200"/>
                    <a:pt x="4537" y="1"/>
                    <a:pt x="365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28"/>
            <p:cNvSpPr/>
            <p:nvPr/>
          </p:nvSpPr>
          <p:spPr>
            <a:xfrm>
              <a:off x="3878586" y="2395813"/>
              <a:ext cx="693223" cy="1193114"/>
            </a:xfrm>
            <a:custGeom>
              <a:avLst/>
              <a:gdLst/>
              <a:ahLst/>
              <a:cxnLst/>
              <a:rect l="l" t="t" r="r" b="b"/>
              <a:pathLst>
                <a:path w="31898" h="54900" extrusionOk="0">
                  <a:moveTo>
                    <a:pt x="96" y="0"/>
                  </a:moveTo>
                  <a:lnTo>
                    <a:pt x="1" y="36540"/>
                  </a:lnTo>
                  <a:lnTo>
                    <a:pt x="31791" y="54900"/>
                  </a:lnTo>
                  <a:lnTo>
                    <a:pt x="31898" y="18360"/>
                  </a:lnTo>
                  <a:lnTo>
                    <a:pt x="96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28"/>
            <p:cNvSpPr/>
            <p:nvPr/>
          </p:nvSpPr>
          <p:spPr>
            <a:xfrm>
              <a:off x="4171747" y="2923808"/>
              <a:ext cx="106641" cy="136850"/>
            </a:xfrm>
            <a:custGeom>
              <a:avLst/>
              <a:gdLst/>
              <a:ahLst/>
              <a:cxnLst/>
              <a:rect l="l" t="t" r="r" b="b"/>
              <a:pathLst>
                <a:path w="4907" h="6297" extrusionOk="0">
                  <a:moveTo>
                    <a:pt x="1364" y="0"/>
                  </a:moveTo>
                  <a:cubicBezTo>
                    <a:pt x="562" y="0"/>
                    <a:pt x="13" y="639"/>
                    <a:pt x="13" y="1743"/>
                  </a:cubicBezTo>
                  <a:cubicBezTo>
                    <a:pt x="1" y="3291"/>
                    <a:pt x="1096" y="5184"/>
                    <a:pt x="2453" y="5958"/>
                  </a:cubicBezTo>
                  <a:cubicBezTo>
                    <a:pt x="2847" y="6188"/>
                    <a:pt x="3219" y="6296"/>
                    <a:pt x="3549" y="6296"/>
                  </a:cubicBezTo>
                  <a:cubicBezTo>
                    <a:pt x="4347" y="6296"/>
                    <a:pt x="4898" y="5660"/>
                    <a:pt x="4906" y="4565"/>
                  </a:cubicBezTo>
                  <a:cubicBezTo>
                    <a:pt x="4906" y="3017"/>
                    <a:pt x="3811" y="1124"/>
                    <a:pt x="2465" y="338"/>
                  </a:cubicBezTo>
                  <a:cubicBezTo>
                    <a:pt x="2069" y="109"/>
                    <a:pt x="1695" y="0"/>
                    <a:pt x="136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28"/>
          <p:cNvGrpSpPr/>
          <p:nvPr/>
        </p:nvGrpSpPr>
        <p:grpSpPr>
          <a:xfrm>
            <a:off x="563671" y="1444856"/>
            <a:ext cx="2031204" cy="1125814"/>
            <a:chOff x="563671" y="1444856"/>
            <a:chExt cx="2031204" cy="1125814"/>
          </a:xfrm>
        </p:grpSpPr>
        <p:sp>
          <p:nvSpPr>
            <p:cNvPr id="172" name="Google Shape;172;p28"/>
            <p:cNvSpPr txBox="1"/>
            <p:nvPr/>
          </p:nvSpPr>
          <p:spPr>
            <a:xfrm>
              <a:off x="563671" y="1444856"/>
              <a:ext cx="2031204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800" b="1" dirty="0">
                  <a:solidFill>
                    <a:srgbClr val="F2B42D"/>
                  </a:solidFill>
                  <a:latin typeface="Nunito" pitchFamily="34" charset="0"/>
                  <a:ea typeface="Nunito" pitchFamily="34" charset="-122"/>
                  <a:cs typeface="Nunito" pitchFamily="34" charset="-120"/>
                </a:rPr>
                <a:t>Purpose of the Project</a:t>
              </a:r>
              <a:endParaRPr lang="en-US" sz="1800" dirty="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 dirty="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73" name="Google Shape;173;p28"/>
            <p:cNvSpPr txBox="1"/>
            <p:nvPr/>
          </p:nvSpPr>
          <p:spPr>
            <a:xfrm>
              <a:off x="563671" y="1866870"/>
              <a:ext cx="2031204" cy="70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  <a:latin typeface="PT Sans" pitchFamily="34" charset="0"/>
                  <a:ea typeface="PT Sans" pitchFamily="34" charset="-122"/>
                  <a:cs typeface="PT Sans" pitchFamily="34" charset="-120"/>
                </a:rPr>
                <a:t>Develop a mobile app that simulates rolling dice, providing an interactive experience for users.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175" name="Google Shape;175;p28"/>
          <p:cNvSpPr txBox="1"/>
          <p:nvPr/>
        </p:nvSpPr>
        <p:spPr>
          <a:xfrm>
            <a:off x="6549175" y="1444856"/>
            <a:ext cx="18846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r"/>
            <a:r>
              <a:rPr lang="en-US" sz="1800" b="1" dirty="0">
                <a:solidFill>
                  <a:srgbClr val="F2B42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Designing the Dice Layout</a:t>
            </a:r>
            <a:endParaRPr lang="en-US" sz="1800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accent2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177" name="Google Shape;177;p28"/>
          <p:cNvGrpSpPr/>
          <p:nvPr/>
        </p:nvGrpSpPr>
        <p:grpSpPr>
          <a:xfrm>
            <a:off x="6432923" y="3491994"/>
            <a:ext cx="2075191" cy="1194048"/>
            <a:chOff x="6548952" y="3116269"/>
            <a:chExt cx="1884778" cy="1194048"/>
          </a:xfrm>
        </p:grpSpPr>
        <p:sp>
          <p:nvSpPr>
            <p:cNvPr id="178" name="Google Shape;178;p28"/>
            <p:cNvSpPr txBox="1"/>
            <p:nvPr/>
          </p:nvSpPr>
          <p:spPr>
            <a:xfrm>
              <a:off x="6548952" y="3116269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r"/>
              <a:r>
                <a:rPr lang="en-US" sz="1800" b="1" dirty="0">
                  <a:solidFill>
                    <a:srgbClr val="D7425E"/>
                  </a:solidFill>
                  <a:latin typeface="Nunito" pitchFamily="34" charset="0"/>
                  <a:ea typeface="Nunito" pitchFamily="34" charset="-122"/>
                  <a:cs typeface="Nunito" pitchFamily="34" charset="-120"/>
                </a:rPr>
                <a:t>Importance of Random Number Generation </a:t>
              </a:r>
              <a:endParaRPr lang="en-US" sz="1800" dirty="0"/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 dirty="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79" name="Google Shape;179;p28"/>
            <p:cNvSpPr txBox="1"/>
            <p:nvPr/>
          </p:nvSpPr>
          <p:spPr>
            <a:xfrm>
              <a:off x="6549130" y="3606517"/>
              <a:ext cx="1884600" cy="70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tx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r>
                <a:rPr lang="en-US" sz="1200" dirty="0">
                  <a:solidFill>
                    <a:schemeClr val="tx1"/>
                  </a:solidFill>
                  <a:latin typeface="PT Sans" pitchFamily="34" charset="0"/>
                  <a:ea typeface="PT Sans" pitchFamily="34" charset="-122"/>
                  <a:cs typeface="PT Sans" pitchFamily="34" charset="-120"/>
                </a:rPr>
                <a:t>Learn how random numbers are crucial in games, ensuring fairness and unpredictability</a:t>
              </a:r>
              <a:endParaRPr sz="1200" dirty="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0" name="Google Shape;180;p28"/>
          <p:cNvGrpSpPr/>
          <p:nvPr/>
        </p:nvGrpSpPr>
        <p:grpSpPr>
          <a:xfrm>
            <a:off x="524070" y="3354542"/>
            <a:ext cx="1884600" cy="1331500"/>
            <a:chOff x="710275" y="2972745"/>
            <a:chExt cx="1884600" cy="1331500"/>
          </a:xfrm>
        </p:grpSpPr>
        <p:sp>
          <p:nvSpPr>
            <p:cNvPr id="181" name="Google Shape;181;p28"/>
            <p:cNvSpPr txBox="1"/>
            <p:nvPr/>
          </p:nvSpPr>
          <p:spPr>
            <a:xfrm>
              <a:off x="710275" y="3600445"/>
              <a:ext cx="1884600" cy="70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  <a:latin typeface="PT Sans" pitchFamily="34" charset="0"/>
                  <a:ea typeface="PT Sans" pitchFamily="34" charset="-122"/>
                  <a:cs typeface="PT Sans" pitchFamily="34" charset="-120"/>
                </a:rPr>
                <a:t>Add event listeners and define actions for the roll button to generate random dice values upon click.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82" name="Google Shape;182;p28"/>
            <p:cNvSpPr txBox="1"/>
            <p:nvPr/>
          </p:nvSpPr>
          <p:spPr>
            <a:xfrm>
              <a:off x="710275" y="2972745"/>
              <a:ext cx="18846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800" b="1" dirty="0">
                  <a:solidFill>
                    <a:srgbClr val="D7425E"/>
                  </a:solidFill>
                  <a:latin typeface="Nunito" pitchFamily="34" charset="0"/>
                  <a:ea typeface="Nunito" pitchFamily="34" charset="-122"/>
                  <a:cs typeface="Nunito" pitchFamily="34" charset="-120"/>
                </a:rPr>
                <a:t>Implementing the Roll Button Functionality</a:t>
              </a:r>
              <a:endParaRPr lang="en-US" sz="1800" dirty="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 dirty="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1C68066-26C6-0129-FA47-166D6B748A05}"/>
              </a:ext>
            </a:extLst>
          </p:cNvPr>
          <p:cNvSpPr txBox="1"/>
          <p:nvPr/>
        </p:nvSpPr>
        <p:spPr>
          <a:xfrm>
            <a:off x="6195133" y="1810580"/>
            <a:ext cx="22971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chemeClr val="tx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Create a visually appealing layout with two dice images and a roll button. Utilize XML layout files for customization.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1"/>
          <p:cNvSpPr/>
          <p:nvPr/>
        </p:nvSpPr>
        <p:spPr>
          <a:xfrm>
            <a:off x="3051600" y="1349925"/>
            <a:ext cx="2945396" cy="2945257"/>
          </a:xfrm>
          <a:custGeom>
            <a:avLst/>
            <a:gdLst/>
            <a:ahLst/>
            <a:cxnLst/>
            <a:rect l="l" t="t" r="r" b="b"/>
            <a:pathLst>
              <a:path w="94215" h="94203" extrusionOk="0">
                <a:moveTo>
                  <a:pt x="47102" y="0"/>
                </a:moveTo>
                <a:cubicBezTo>
                  <a:pt x="21087" y="0"/>
                  <a:pt x="1" y="21086"/>
                  <a:pt x="1" y="47102"/>
                </a:cubicBezTo>
                <a:cubicBezTo>
                  <a:pt x="1" y="73117"/>
                  <a:pt x="21087" y="94203"/>
                  <a:pt x="47102" y="94203"/>
                </a:cubicBezTo>
                <a:cubicBezTo>
                  <a:pt x="73117" y="94203"/>
                  <a:pt x="94215" y="73117"/>
                  <a:pt x="94215" y="47102"/>
                </a:cubicBezTo>
                <a:cubicBezTo>
                  <a:pt x="94215" y="21086"/>
                  <a:pt x="73117" y="0"/>
                  <a:pt x="47102" y="0"/>
                </a:cubicBezTo>
                <a:close/>
              </a:path>
            </a:pathLst>
          </a:custGeom>
          <a:solidFill>
            <a:srgbClr val="EEEEE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31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lnSpc>
                <a:spcPts val="5468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Coding the Dice Rolling Logic</a:t>
            </a:r>
            <a:endParaRPr lang="en-US" sz="2800" dirty="0">
              <a:solidFill>
                <a:schemeClr val="tx1"/>
              </a:solidFill>
            </a:endParaRPr>
          </a:p>
        </p:txBody>
      </p:sp>
      <p:grpSp>
        <p:nvGrpSpPr>
          <p:cNvPr id="414" name="Google Shape;414;p31"/>
          <p:cNvGrpSpPr/>
          <p:nvPr/>
        </p:nvGrpSpPr>
        <p:grpSpPr>
          <a:xfrm>
            <a:off x="5931232" y="1678673"/>
            <a:ext cx="617920" cy="734938"/>
            <a:chOff x="5705313" y="2123444"/>
            <a:chExt cx="570300" cy="678300"/>
          </a:xfrm>
        </p:grpSpPr>
        <p:cxnSp>
          <p:nvCxnSpPr>
            <p:cNvPr id="415" name="Google Shape;415;p31"/>
            <p:cNvCxnSpPr/>
            <p:nvPr/>
          </p:nvCxnSpPr>
          <p:spPr>
            <a:xfrm rot="10800000">
              <a:off x="5705313" y="2462594"/>
              <a:ext cx="570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6" name="Google Shape;416;p31"/>
            <p:cNvCxnSpPr/>
            <p:nvPr/>
          </p:nvCxnSpPr>
          <p:spPr>
            <a:xfrm>
              <a:off x="6275613" y="2123444"/>
              <a:ext cx="0" cy="678300"/>
            </a:xfrm>
            <a:prstGeom prst="straightConnector1">
              <a:avLst/>
            </a:pr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17" name="Google Shape;417;p31"/>
          <p:cNvGrpSpPr/>
          <p:nvPr/>
        </p:nvGrpSpPr>
        <p:grpSpPr>
          <a:xfrm>
            <a:off x="5191094" y="1588851"/>
            <a:ext cx="983032" cy="914582"/>
            <a:chOff x="5143325" y="2097838"/>
            <a:chExt cx="907275" cy="844100"/>
          </a:xfrm>
        </p:grpSpPr>
        <p:sp>
          <p:nvSpPr>
            <p:cNvPr id="418" name="Google Shape;418;p31"/>
            <p:cNvSpPr/>
            <p:nvPr/>
          </p:nvSpPr>
          <p:spPr>
            <a:xfrm>
              <a:off x="5143325" y="2098063"/>
              <a:ext cx="907275" cy="841700"/>
            </a:xfrm>
            <a:custGeom>
              <a:avLst/>
              <a:gdLst/>
              <a:ahLst/>
              <a:cxnLst/>
              <a:rect l="l" t="t" r="r" b="b"/>
              <a:pathLst>
                <a:path w="36291" h="33668" extrusionOk="0">
                  <a:moveTo>
                    <a:pt x="13255" y="0"/>
                  </a:moveTo>
                  <a:cubicBezTo>
                    <a:pt x="11526" y="0"/>
                    <a:pt x="9881" y="815"/>
                    <a:pt x="8835" y="2219"/>
                  </a:cubicBezTo>
                  <a:lnTo>
                    <a:pt x="1441" y="12066"/>
                  </a:lnTo>
                  <a:cubicBezTo>
                    <a:pt x="251" y="13649"/>
                    <a:pt x="1" y="15745"/>
                    <a:pt x="775" y="17566"/>
                  </a:cubicBezTo>
                  <a:lnTo>
                    <a:pt x="5597" y="28865"/>
                  </a:lnTo>
                  <a:cubicBezTo>
                    <a:pt x="6382" y="30699"/>
                    <a:pt x="8085" y="31973"/>
                    <a:pt x="10061" y="32199"/>
                  </a:cubicBezTo>
                  <a:lnTo>
                    <a:pt x="22349" y="33628"/>
                  </a:lnTo>
                  <a:cubicBezTo>
                    <a:pt x="22571" y="33655"/>
                    <a:pt x="22792" y="33668"/>
                    <a:pt x="23012" y="33668"/>
                  </a:cubicBezTo>
                  <a:cubicBezTo>
                    <a:pt x="24740" y="33668"/>
                    <a:pt x="26377" y="32853"/>
                    <a:pt x="27433" y="31449"/>
                  </a:cubicBezTo>
                  <a:lnTo>
                    <a:pt x="34850" y="21567"/>
                  </a:lnTo>
                  <a:cubicBezTo>
                    <a:pt x="36041" y="19983"/>
                    <a:pt x="36291" y="17888"/>
                    <a:pt x="35505" y="16066"/>
                  </a:cubicBezTo>
                  <a:lnTo>
                    <a:pt x="30719" y="4827"/>
                  </a:lnTo>
                  <a:cubicBezTo>
                    <a:pt x="29933" y="3005"/>
                    <a:pt x="28242" y="1731"/>
                    <a:pt x="26266" y="1493"/>
                  </a:cubicBezTo>
                  <a:lnTo>
                    <a:pt x="13919" y="40"/>
                  </a:lnTo>
                  <a:cubicBezTo>
                    <a:pt x="13697" y="13"/>
                    <a:pt x="13475" y="0"/>
                    <a:pt x="132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1"/>
            <p:cNvSpPr/>
            <p:nvPr/>
          </p:nvSpPr>
          <p:spPr>
            <a:xfrm>
              <a:off x="5147575" y="2471838"/>
              <a:ext cx="618400" cy="470100"/>
            </a:xfrm>
            <a:custGeom>
              <a:avLst/>
              <a:gdLst/>
              <a:ahLst/>
              <a:cxnLst/>
              <a:rect l="l" t="t" r="r" b="b"/>
              <a:pathLst>
                <a:path w="24736" h="18804" extrusionOk="0">
                  <a:moveTo>
                    <a:pt x="1955" y="0"/>
                  </a:moveTo>
                  <a:cubicBezTo>
                    <a:pt x="573" y="0"/>
                    <a:pt x="0" y="1186"/>
                    <a:pt x="688" y="2806"/>
                  </a:cubicBezTo>
                  <a:lnTo>
                    <a:pt x="5355" y="13748"/>
                  </a:lnTo>
                  <a:cubicBezTo>
                    <a:pt x="6093" y="15474"/>
                    <a:pt x="7998" y="17034"/>
                    <a:pt x="9618" y="17224"/>
                  </a:cubicBezTo>
                  <a:lnTo>
                    <a:pt x="22453" y="18784"/>
                  </a:lnTo>
                  <a:cubicBezTo>
                    <a:pt x="22563" y="18797"/>
                    <a:pt x="22669" y="18803"/>
                    <a:pt x="22771" y="18803"/>
                  </a:cubicBezTo>
                  <a:cubicBezTo>
                    <a:pt x="24162" y="18803"/>
                    <a:pt x="24736" y="17618"/>
                    <a:pt x="24048" y="15998"/>
                  </a:cubicBezTo>
                  <a:lnTo>
                    <a:pt x="19381" y="5056"/>
                  </a:lnTo>
                  <a:cubicBezTo>
                    <a:pt x="18643" y="3330"/>
                    <a:pt x="16726" y="1770"/>
                    <a:pt x="15106" y="1567"/>
                  </a:cubicBezTo>
                  <a:lnTo>
                    <a:pt x="2271" y="20"/>
                  </a:lnTo>
                  <a:cubicBezTo>
                    <a:pt x="2162" y="7"/>
                    <a:pt x="2056" y="0"/>
                    <a:pt x="1955" y="0"/>
                  </a:cubicBezTo>
                  <a:close/>
                </a:path>
              </a:pathLst>
            </a:custGeom>
            <a:solidFill>
              <a:srgbClr val="DB6E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1"/>
            <p:cNvSpPr/>
            <p:nvPr/>
          </p:nvSpPr>
          <p:spPr>
            <a:xfrm>
              <a:off x="5613325" y="2183888"/>
              <a:ext cx="434300" cy="725400"/>
            </a:xfrm>
            <a:custGeom>
              <a:avLst/>
              <a:gdLst/>
              <a:ahLst/>
              <a:cxnLst/>
              <a:rect l="l" t="t" r="r" b="b"/>
              <a:pathLst>
                <a:path w="17372" h="29016" extrusionOk="0">
                  <a:moveTo>
                    <a:pt x="10216" y="1"/>
                  </a:moveTo>
                  <a:cubicBezTo>
                    <a:pt x="9753" y="1"/>
                    <a:pt x="9288" y="257"/>
                    <a:pt x="8895" y="786"/>
                  </a:cubicBezTo>
                  <a:lnTo>
                    <a:pt x="1167" y="11085"/>
                  </a:lnTo>
                  <a:cubicBezTo>
                    <a:pt x="191" y="12383"/>
                    <a:pt x="1" y="14836"/>
                    <a:pt x="727" y="16562"/>
                  </a:cubicBezTo>
                  <a:lnTo>
                    <a:pt x="5382" y="27456"/>
                  </a:lnTo>
                  <a:cubicBezTo>
                    <a:pt x="5819" y="28478"/>
                    <a:pt x="6481" y="29016"/>
                    <a:pt x="7151" y="29016"/>
                  </a:cubicBezTo>
                  <a:cubicBezTo>
                    <a:pt x="7613" y="29016"/>
                    <a:pt x="8079" y="28760"/>
                    <a:pt x="8478" y="28230"/>
                  </a:cubicBezTo>
                  <a:lnTo>
                    <a:pt x="16205" y="17931"/>
                  </a:lnTo>
                  <a:cubicBezTo>
                    <a:pt x="17181" y="16633"/>
                    <a:pt x="17372" y="14181"/>
                    <a:pt x="16634" y="12454"/>
                  </a:cubicBezTo>
                  <a:lnTo>
                    <a:pt x="11990" y="1560"/>
                  </a:lnTo>
                  <a:cubicBezTo>
                    <a:pt x="11553" y="539"/>
                    <a:pt x="10887" y="1"/>
                    <a:pt x="10216" y="1"/>
                  </a:cubicBezTo>
                  <a:close/>
                </a:path>
              </a:pathLst>
            </a:custGeom>
            <a:solidFill>
              <a:srgbClr val="B52D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1"/>
            <p:cNvSpPr/>
            <p:nvPr/>
          </p:nvSpPr>
          <p:spPr>
            <a:xfrm>
              <a:off x="5154050" y="2097838"/>
              <a:ext cx="702500" cy="414050"/>
            </a:xfrm>
            <a:custGeom>
              <a:avLst/>
              <a:gdLst/>
              <a:ahLst/>
              <a:cxnLst/>
              <a:rect l="l" t="t" r="r" b="b"/>
              <a:pathLst>
                <a:path w="28100" h="16562" extrusionOk="0">
                  <a:moveTo>
                    <a:pt x="12844" y="1"/>
                  </a:moveTo>
                  <a:cubicBezTo>
                    <a:pt x="11276" y="1"/>
                    <a:pt x="9314" y="1017"/>
                    <a:pt x="8275" y="2395"/>
                  </a:cubicBezTo>
                  <a:lnTo>
                    <a:pt x="1131" y="11908"/>
                  </a:lnTo>
                  <a:cubicBezTo>
                    <a:pt x="0" y="13408"/>
                    <a:pt x="405" y="14789"/>
                    <a:pt x="2012" y="14992"/>
                  </a:cubicBezTo>
                  <a:lnTo>
                    <a:pt x="14859" y="16539"/>
                  </a:lnTo>
                  <a:cubicBezTo>
                    <a:pt x="14985" y="16554"/>
                    <a:pt x="15114" y="16561"/>
                    <a:pt x="15247" y="16561"/>
                  </a:cubicBezTo>
                  <a:cubicBezTo>
                    <a:pt x="16808" y="16561"/>
                    <a:pt x="18782" y="15553"/>
                    <a:pt x="19824" y="14170"/>
                  </a:cubicBezTo>
                  <a:lnTo>
                    <a:pt x="26968" y="4645"/>
                  </a:lnTo>
                  <a:cubicBezTo>
                    <a:pt x="28099" y="3145"/>
                    <a:pt x="27706" y="1764"/>
                    <a:pt x="26087" y="1573"/>
                  </a:cubicBezTo>
                  <a:lnTo>
                    <a:pt x="13252" y="25"/>
                  </a:lnTo>
                  <a:cubicBezTo>
                    <a:pt x="13120" y="9"/>
                    <a:pt x="12983" y="1"/>
                    <a:pt x="1284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1"/>
            <p:cNvSpPr/>
            <p:nvPr/>
          </p:nvSpPr>
          <p:spPr>
            <a:xfrm>
              <a:off x="5218350" y="2364538"/>
              <a:ext cx="119675" cy="75250"/>
            </a:xfrm>
            <a:custGeom>
              <a:avLst/>
              <a:gdLst/>
              <a:ahLst/>
              <a:cxnLst/>
              <a:rect l="l" t="t" r="r" b="b"/>
              <a:pathLst>
                <a:path w="4787" h="3010" extrusionOk="0">
                  <a:moveTo>
                    <a:pt x="3230" y="0"/>
                  </a:moveTo>
                  <a:cubicBezTo>
                    <a:pt x="2814" y="0"/>
                    <a:pt x="2341" y="97"/>
                    <a:pt x="1869" y="299"/>
                  </a:cubicBezTo>
                  <a:cubicBezTo>
                    <a:pt x="714" y="787"/>
                    <a:pt x="0" y="1728"/>
                    <a:pt x="298" y="2395"/>
                  </a:cubicBezTo>
                  <a:cubicBezTo>
                    <a:pt x="468" y="2799"/>
                    <a:pt x="956" y="3009"/>
                    <a:pt x="1567" y="3009"/>
                  </a:cubicBezTo>
                  <a:cubicBezTo>
                    <a:pt x="1981" y="3009"/>
                    <a:pt x="2451" y="2913"/>
                    <a:pt x="2917" y="2716"/>
                  </a:cubicBezTo>
                  <a:cubicBezTo>
                    <a:pt x="4084" y="2228"/>
                    <a:pt x="4786" y="1287"/>
                    <a:pt x="4501" y="609"/>
                  </a:cubicBezTo>
                  <a:cubicBezTo>
                    <a:pt x="4330" y="211"/>
                    <a:pt x="3843" y="0"/>
                    <a:pt x="32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1"/>
            <p:cNvSpPr/>
            <p:nvPr/>
          </p:nvSpPr>
          <p:spPr>
            <a:xfrm>
              <a:off x="5674350" y="2169863"/>
              <a:ext cx="119675" cy="75250"/>
            </a:xfrm>
            <a:custGeom>
              <a:avLst/>
              <a:gdLst/>
              <a:ahLst/>
              <a:cxnLst/>
              <a:rect l="l" t="t" r="r" b="b"/>
              <a:pathLst>
                <a:path w="4787" h="3010" extrusionOk="0">
                  <a:moveTo>
                    <a:pt x="3227" y="0"/>
                  </a:moveTo>
                  <a:cubicBezTo>
                    <a:pt x="2812" y="0"/>
                    <a:pt x="2341" y="98"/>
                    <a:pt x="1870" y="300"/>
                  </a:cubicBezTo>
                  <a:cubicBezTo>
                    <a:pt x="703" y="788"/>
                    <a:pt x="0" y="1728"/>
                    <a:pt x="286" y="2395"/>
                  </a:cubicBezTo>
                  <a:cubicBezTo>
                    <a:pt x="464" y="2800"/>
                    <a:pt x="955" y="3010"/>
                    <a:pt x="1567" y="3010"/>
                  </a:cubicBezTo>
                  <a:cubicBezTo>
                    <a:pt x="1981" y="3010"/>
                    <a:pt x="2451" y="2914"/>
                    <a:pt x="2917" y="2717"/>
                  </a:cubicBezTo>
                  <a:cubicBezTo>
                    <a:pt x="4084" y="2228"/>
                    <a:pt x="4787" y="1288"/>
                    <a:pt x="4501" y="609"/>
                  </a:cubicBezTo>
                  <a:cubicBezTo>
                    <a:pt x="4324" y="212"/>
                    <a:pt x="3837" y="0"/>
                    <a:pt x="3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1"/>
            <p:cNvSpPr/>
            <p:nvPr/>
          </p:nvSpPr>
          <p:spPr>
            <a:xfrm>
              <a:off x="5390675" y="2135338"/>
              <a:ext cx="119700" cy="75175"/>
            </a:xfrm>
            <a:custGeom>
              <a:avLst/>
              <a:gdLst/>
              <a:ahLst/>
              <a:cxnLst/>
              <a:rect l="l" t="t" r="r" b="b"/>
              <a:pathLst>
                <a:path w="4788" h="3007" extrusionOk="0">
                  <a:moveTo>
                    <a:pt x="3221" y="0"/>
                  </a:moveTo>
                  <a:cubicBezTo>
                    <a:pt x="2807" y="0"/>
                    <a:pt x="2337" y="97"/>
                    <a:pt x="1870" y="299"/>
                  </a:cubicBezTo>
                  <a:cubicBezTo>
                    <a:pt x="703" y="788"/>
                    <a:pt x="1" y="1728"/>
                    <a:pt x="287" y="2395"/>
                  </a:cubicBezTo>
                  <a:cubicBezTo>
                    <a:pt x="465" y="2795"/>
                    <a:pt x="956" y="3006"/>
                    <a:pt x="1572" y="3006"/>
                  </a:cubicBezTo>
                  <a:cubicBezTo>
                    <a:pt x="1983" y="3006"/>
                    <a:pt x="2451" y="2912"/>
                    <a:pt x="2918" y="2716"/>
                  </a:cubicBezTo>
                  <a:cubicBezTo>
                    <a:pt x="4073" y="2216"/>
                    <a:pt x="4787" y="1276"/>
                    <a:pt x="4489" y="609"/>
                  </a:cubicBezTo>
                  <a:cubicBezTo>
                    <a:pt x="4319" y="212"/>
                    <a:pt x="3832" y="0"/>
                    <a:pt x="32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1"/>
            <p:cNvSpPr/>
            <p:nvPr/>
          </p:nvSpPr>
          <p:spPr>
            <a:xfrm>
              <a:off x="5500825" y="2397713"/>
              <a:ext cx="119675" cy="75625"/>
            </a:xfrm>
            <a:custGeom>
              <a:avLst/>
              <a:gdLst/>
              <a:ahLst/>
              <a:cxnLst/>
              <a:rect l="l" t="t" r="r" b="b"/>
              <a:pathLst>
                <a:path w="4787" h="3025" extrusionOk="0">
                  <a:moveTo>
                    <a:pt x="3231" y="0"/>
                  </a:moveTo>
                  <a:cubicBezTo>
                    <a:pt x="2838" y="0"/>
                    <a:pt x="2392" y="91"/>
                    <a:pt x="1941" y="282"/>
                  </a:cubicBezTo>
                  <a:cubicBezTo>
                    <a:pt x="774" y="770"/>
                    <a:pt x="0" y="1746"/>
                    <a:pt x="298" y="2413"/>
                  </a:cubicBezTo>
                  <a:cubicBezTo>
                    <a:pt x="469" y="2813"/>
                    <a:pt x="961" y="3024"/>
                    <a:pt x="1577" y="3024"/>
                  </a:cubicBezTo>
                  <a:cubicBezTo>
                    <a:pt x="1988" y="3024"/>
                    <a:pt x="2455" y="2930"/>
                    <a:pt x="2917" y="2735"/>
                  </a:cubicBezTo>
                  <a:cubicBezTo>
                    <a:pt x="4084" y="2235"/>
                    <a:pt x="4786" y="1294"/>
                    <a:pt x="4501" y="627"/>
                  </a:cubicBezTo>
                  <a:cubicBezTo>
                    <a:pt x="4327" y="221"/>
                    <a:pt x="3843" y="0"/>
                    <a:pt x="32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1"/>
            <p:cNvSpPr/>
            <p:nvPr/>
          </p:nvSpPr>
          <p:spPr>
            <a:xfrm>
              <a:off x="5805025" y="2485138"/>
              <a:ext cx="77100" cy="113675"/>
            </a:xfrm>
            <a:custGeom>
              <a:avLst/>
              <a:gdLst/>
              <a:ahLst/>
              <a:cxnLst/>
              <a:rect l="l" t="t" r="r" b="b"/>
              <a:pathLst>
                <a:path w="3084" h="4547" extrusionOk="0">
                  <a:moveTo>
                    <a:pt x="1713" y="0"/>
                  </a:moveTo>
                  <a:cubicBezTo>
                    <a:pt x="1405" y="0"/>
                    <a:pt x="1080" y="184"/>
                    <a:pt x="798" y="559"/>
                  </a:cubicBezTo>
                  <a:cubicBezTo>
                    <a:pt x="167" y="1393"/>
                    <a:pt x="0" y="2821"/>
                    <a:pt x="405" y="3774"/>
                  </a:cubicBezTo>
                  <a:cubicBezTo>
                    <a:pt x="619" y="4285"/>
                    <a:pt x="963" y="4547"/>
                    <a:pt x="1332" y="4547"/>
                  </a:cubicBezTo>
                  <a:cubicBezTo>
                    <a:pt x="1641" y="4547"/>
                    <a:pt x="1968" y="4363"/>
                    <a:pt x="2251" y="3988"/>
                  </a:cubicBezTo>
                  <a:cubicBezTo>
                    <a:pt x="3001" y="2988"/>
                    <a:pt x="3084" y="1809"/>
                    <a:pt x="2643" y="774"/>
                  </a:cubicBezTo>
                  <a:cubicBezTo>
                    <a:pt x="2423" y="262"/>
                    <a:pt x="2080" y="0"/>
                    <a:pt x="17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1"/>
            <p:cNvSpPr/>
            <p:nvPr/>
          </p:nvSpPr>
          <p:spPr>
            <a:xfrm>
              <a:off x="5392425" y="2667463"/>
              <a:ext cx="111500" cy="86200"/>
            </a:xfrm>
            <a:custGeom>
              <a:avLst/>
              <a:gdLst/>
              <a:ahLst/>
              <a:cxnLst/>
              <a:rect l="l" t="t" r="r" b="b"/>
              <a:pathLst>
                <a:path w="4460" h="3448" extrusionOk="0">
                  <a:moveTo>
                    <a:pt x="1243" y="1"/>
                  </a:moveTo>
                  <a:cubicBezTo>
                    <a:pt x="389" y="1"/>
                    <a:pt x="1" y="632"/>
                    <a:pt x="371" y="1493"/>
                  </a:cubicBezTo>
                  <a:cubicBezTo>
                    <a:pt x="776" y="2446"/>
                    <a:pt x="1931" y="3315"/>
                    <a:pt x="2955" y="3434"/>
                  </a:cubicBezTo>
                  <a:cubicBezTo>
                    <a:pt x="3035" y="3443"/>
                    <a:pt x="3111" y="3448"/>
                    <a:pt x="3184" y="3448"/>
                  </a:cubicBezTo>
                  <a:cubicBezTo>
                    <a:pt x="4053" y="3448"/>
                    <a:pt x="4459" y="2813"/>
                    <a:pt x="4086" y="1946"/>
                  </a:cubicBezTo>
                  <a:cubicBezTo>
                    <a:pt x="3681" y="1005"/>
                    <a:pt x="2526" y="136"/>
                    <a:pt x="1490" y="17"/>
                  </a:cubicBezTo>
                  <a:cubicBezTo>
                    <a:pt x="1404" y="6"/>
                    <a:pt x="1321" y="1"/>
                    <a:pt x="12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1"/>
            <p:cNvSpPr/>
            <p:nvPr/>
          </p:nvSpPr>
          <p:spPr>
            <a:xfrm>
              <a:off x="5562925" y="2791063"/>
              <a:ext cx="111475" cy="86200"/>
            </a:xfrm>
            <a:custGeom>
              <a:avLst/>
              <a:gdLst/>
              <a:ahLst/>
              <a:cxnLst/>
              <a:rect l="l" t="t" r="r" b="b"/>
              <a:pathLst>
                <a:path w="4459" h="3448" extrusionOk="0">
                  <a:moveTo>
                    <a:pt x="1275" y="0"/>
                  </a:moveTo>
                  <a:cubicBezTo>
                    <a:pt x="407" y="0"/>
                    <a:pt x="0" y="635"/>
                    <a:pt x="374" y="1502"/>
                  </a:cubicBezTo>
                  <a:cubicBezTo>
                    <a:pt x="778" y="2443"/>
                    <a:pt x="1933" y="3312"/>
                    <a:pt x="2969" y="3431"/>
                  </a:cubicBezTo>
                  <a:cubicBezTo>
                    <a:pt x="3056" y="3442"/>
                    <a:pt x="3138" y="3448"/>
                    <a:pt x="3217" y="3448"/>
                  </a:cubicBezTo>
                  <a:cubicBezTo>
                    <a:pt x="4071" y="3448"/>
                    <a:pt x="4459" y="2816"/>
                    <a:pt x="4088" y="1955"/>
                  </a:cubicBezTo>
                  <a:cubicBezTo>
                    <a:pt x="3684" y="1002"/>
                    <a:pt x="2529" y="145"/>
                    <a:pt x="1505" y="14"/>
                  </a:cubicBezTo>
                  <a:cubicBezTo>
                    <a:pt x="1425" y="5"/>
                    <a:pt x="1349" y="0"/>
                    <a:pt x="12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1"/>
            <p:cNvSpPr/>
            <p:nvPr/>
          </p:nvSpPr>
          <p:spPr>
            <a:xfrm>
              <a:off x="5226925" y="2541263"/>
              <a:ext cx="111500" cy="86200"/>
            </a:xfrm>
            <a:custGeom>
              <a:avLst/>
              <a:gdLst/>
              <a:ahLst/>
              <a:cxnLst/>
              <a:rect l="l" t="t" r="r" b="b"/>
              <a:pathLst>
                <a:path w="4460" h="3448" extrusionOk="0">
                  <a:moveTo>
                    <a:pt x="1252" y="0"/>
                  </a:moveTo>
                  <a:cubicBezTo>
                    <a:pt x="389" y="0"/>
                    <a:pt x="1" y="632"/>
                    <a:pt x="371" y="1493"/>
                  </a:cubicBezTo>
                  <a:cubicBezTo>
                    <a:pt x="776" y="2446"/>
                    <a:pt x="1931" y="3315"/>
                    <a:pt x="2955" y="3434"/>
                  </a:cubicBezTo>
                  <a:cubicBezTo>
                    <a:pt x="3035" y="3443"/>
                    <a:pt x="3111" y="3448"/>
                    <a:pt x="3184" y="3448"/>
                  </a:cubicBezTo>
                  <a:cubicBezTo>
                    <a:pt x="4053" y="3448"/>
                    <a:pt x="4460" y="2813"/>
                    <a:pt x="4086" y="1946"/>
                  </a:cubicBezTo>
                  <a:cubicBezTo>
                    <a:pt x="3681" y="1005"/>
                    <a:pt x="2526" y="136"/>
                    <a:pt x="1503" y="17"/>
                  </a:cubicBezTo>
                  <a:cubicBezTo>
                    <a:pt x="1415" y="6"/>
                    <a:pt x="1331" y="0"/>
                    <a:pt x="12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1"/>
            <p:cNvSpPr/>
            <p:nvPr/>
          </p:nvSpPr>
          <p:spPr>
            <a:xfrm>
              <a:off x="5161475" y="2423513"/>
              <a:ext cx="489075" cy="88375"/>
            </a:xfrm>
            <a:custGeom>
              <a:avLst/>
              <a:gdLst/>
              <a:ahLst/>
              <a:cxnLst/>
              <a:rect l="l" t="t" r="r" b="b"/>
              <a:pathLst>
                <a:path w="19563" h="3535" extrusionOk="0">
                  <a:moveTo>
                    <a:pt x="263" y="0"/>
                  </a:moveTo>
                  <a:cubicBezTo>
                    <a:pt x="1" y="1024"/>
                    <a:pt x="525" y="1810"/>
                    <a:pt x="1715" y="1965"/>
                  </a:cubicBezTo>
                  <a:lnTo>
                    <a:pt x="14562" y="3512"/>
                  </a:lnTo>
                  <a:cubicBezTo>
                    <a:pt x="14688" y="3527"/>
                    <a:pt x="14817" y="3534"/>
                    <a:pt x="14950" y="3534"/>
                  </a:cubicBezTo>
                  <a:cubicBezTo>
                    <a:pt x="16511" y="3534"/>
                    <a:pt x="18485" y="2526"/>
                    <a:pt x="19527" y="1143"/>
                  </a:cubicBezTo>
                  <a:lnTo>
                    <a:pt x="19563" y="1083"/>
                  </a:lnTo>
                  <a:lnTo>
                    <a:pt x="19563" y="1083"/>
                  </a:lnTo>
                  <a:cubicBezTo>
                    <a:pt x="18467" y="2310"/>
                    <a:pt x="16678" y="3180"/>
                    <a:pt x="15216" y="3180"/>
                  </a:cubicBezTo>
                  <a:cubicBezTo>
                    <a:pt x="15074" y="3180"/>
                    <a:pt x="14935" y="3172"/>
                    <a:pt x="14800" y="3155"/>
                  </a:cubicBezTo>
                  <a:lnTo>
                    <a:pt x="1799" y="1595"/>
                  </a:lnTo>
                  <a:cubicBezTo>
                    <a:pt x="751" y="1464"/>
                    <a:pt x="215" y="833"/>
                    <a:pt x="26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1"/>
            <p:cNvSpPr/>
            <p:nvPr/>
          </p:nvSpPr>
          <p:spPr>
            <a:xfrm>
              <a:off x="5614525" y="2468738"/>
              <a:ext cx="195875" cy="440400"/>
            </a:xfrm>
            <a:custGeom>
              <a:avLst/>
              <a:gdLst/>
              <a:ahLst/>
              <a:cxnLst/>
              <a:rect l="l" t="t" r="r" b="b"/>
              <a:pathLst>
                <a:path w="7835" h="17616" extrusionOk="0">
                  <a:moveTo>
                    <a:pt x="917" y="1"/>
                  </a:moveTo>
                  <a:lnTo>
                    <a:pt x="917" y="1"/>
                  </a:lnTo>
                  <a:cubicBezTo>
                    <a:pt x="119" y="1346"/>
                    <a:pt x="0" y="3561"/>
                    <a:pt x="679" y="5168"/>
                  </a:cubicBezTo>
                  <a:lnTo>
                    <a:pt x="5334" y="16062"/>
                  </a:lnTo>
                  <a:cubicBezTo>
                    <a:pt x="5769" y="17081"/>
                    <a:pt x="6434" y="17615"/>
                    <a:pt x="7104" y="17615"/>
                  </a:cubicBezTo>
                  <a:cubicBezTo>
                    <a:pt x="7350" y="17615"/>
                    <a:pt x="7598" y="17543"/>
                    <a:pt x="7835" y="17396"/>
                  </a:cubicBezTo>
                  <a:lnTo>
                    <a:pt x="7835" y="17396"/>
                  </a:lnTo>
                  <a:cubicBezTo>
                    <a:pt x="7736" y="17418"/>
                    <a:pt x="7637" y="17429"/>
                    <a:pt x="7538" y="17429"/>
                  </a:cubicBezTo>
                  <a:cubicBezTo>
                    <a:pt x="6850" y="17429"/>
                    <a:pt x="6175" y="16888"/>
                    <a:pt x="5727" y="15836"/>
                  </a:cubicBezTo>
                  <a:lnTo>
                    <a:pt x="965" y="4692"/>
                  </a:lnTo>
                  <a:cubicBezTo>
                    <a:pt x="357" y="3275"/>
                    <a:pt x="369" y="1382"/>
                    <a:pt x="917" y="1"/>
                  </a:cubicBezTo>
                  <a:close/>
                </a:path>
              </a:pathLst>
            </a:custGeom>
            <a:solidFill>
              <a:srgbClr val="B52D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3" name="Google Shape;433;p31"/>
          <p:cNvSpPr txBox="1"/>
          <p:nvPr/>
        </p:nvSpPr>
        <p:spPr>
          <a:xfrm>
            <a:off x="6549125" y="1506417"/>
            <a:ext cx="18846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700" dirty="0">
              <a:solidFill>
                <a:schemeClr val="accent6"/>
              </a:solidFill>
              <a:latin typeface="Fira Sans Extra Condensed Medium"/>
              <a:ea typeface="Fira Sans Extra Condensed Medium"/>
              <a:cs typeface="Fira Sans Extra Condensed Medium"/>
              <a:sym typeface="Fira Sans Extra Condensed Medium"/>
            </a:endParaRPr>
          </a:p>
        </p:txBody>
      </p:sp>
      <p:grpSp>
        <p:nvGrpSpPr>
          <p:cNvPr id="435" name="Google Shape;435;p31"/>
          <p:cNvGrpSpPr/>
          <p:nvPr/>
        </p:nvGrpSpPr>
        <p:grpSpPr>
          <a:xfrm>
            <a:off x="2594962" y="1678673"/>
            <a:ext cx="617920" cy="734938"/>
            <a:chOff x="2872513" y="1983250"/>
            <a:chExt cx="570300" cy="678300"/>
          </a:xfrm>
        </p:grpSpPr>
        <p:cxnSp>
          <p:nvCxnSpPr>
            <p:cNvPr id="436" name="Google Shape;436;p31"/>
            <p:cNvCxnSpPr/>
            <p:nvPr/>
          </p:nvCxnSpPr>
          <p:spPr>
            <a:xfrm>
              <a:off x="2872513" y="2322400"/>
              <a:ext cx="570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7" name="Google Shape;437;p31"/>
            <p:cNvCxnSpPr/>
            <p:nvPr/>
          </p:nvCxnSpPr>
          <p:spPr>
            <a:xfrm rot="10800000">
              <a:off x="2872513" y="1983250"/>
              <a:ext cx="0" cy="678300"/>
            </a:xfrm>
            <a:prstGeom prst="straightConnector1">
              <a:avLst/>
            </a:pr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38" name="Google Shape;438;p31"/>
          <p:cNvGrpSpPr/>
          <p:nvPr/>
        </p:nvGrpSpPr>
        <p:grpSpPr>
          <a:xfrm>
            <a:off x="363079" y="1506417"/>
            <a:ext cx="2231796" cy="1235154"/>
            <a:chOff x="363079" y="1640100"/>
            <a:chExt cx="2231796" cy="1235154"/>
          </a:xfrm>
        </p:grpSpPr>
        <p:sp>
          <p:nvSpPr>
            <p:cNvPr id="439" name="Google Shape;439;p31"/>
            <p:cNvSpPr txBox="1"/>
            <p:nvPr/>
          </p:nvSpPr>
          <p:spPr>
            <a:xfrm>
              <a:off x="363079" y="2142654"/>
              <a:ext cx="2200383" cy="7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chemeClr val="tx1"/>
                  </a:solidFill>
                  <a:latin typeface="PT Sans" pitchFamily="34" charset="0"/>
                  <a:ea typeface="PT Sans" pitchFamily="34" charset="-122"/>
                  <a:cs typeface="PT Sans" pitchFamily="34" charset="-120"/>
                </a:rPr>
                <a:t>Explore different algorithms, such as the Java Random class, to generate random numbers for each dice roll.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440" name="Google Shape;440;p31"/>
            <p:cNvSpPr txBox="1"/>
            <p:nvPr/>
          </p:nvSpPr>
          <p:spPr>
            <a:xfrm>
              <a:off x="394576" y="1640100"/>
              <a:ext cx="2200299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600" b="1" dirty="0">
                  <a:solidFill>
                    <a:srgbClr val="F2B42D"/>
                  </a:solidFill>
                  <a:latin typeface="Nunito" pitchFamily="34" charset="0"/>
                  <a:ea typeface="Nunito" pitchFamily="34" charset="-122"/>
                  <a:cs typeface="Nunito" pitchFamily="34" charset="-120"/>
                </a:rPr>
                <a:t>Defining the Random Number Generation Algorithm</a:t>
              </a:r>
              <a:endParaRPr lang="en-US" sz="1600" dirty="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 dirty="0">
                <a:solidFill>
                  <a:schemeClr val="accent4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441" name="Google Shape;441;p31"/>
          <p:cNvGrpSpPr/>
          <p:nvPr/>
        </p:nvGrpSpPr>
        <p:grpSpPr>
          <a:xfrm>
            <a:off x="5931232" y="3331316"/>
            <a:ext cx="617920" cy="734938"/>
            <a:chOff x="5705313" y="2123444"/>
            <a:chExt cx="570300" cy="678300"/>
          </a:xfrm>
        </p:grpSpPr>
        <p:cxnSp>
          <p:nvCxnSpPr>
            <p:cNvPr id="442" name="Google Shape;442;p31"/>
            <p:cNvCxnSpPr/>
            <p:nvPr/>
          </p:nvCxnSpPr>
          <p:spPr>
            <a:xfrm rot="10800000">
              <a:off x="5705313" y="2462594"/>
              <a:ext cx="570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3" name="Google Shape;443;p31"/>
            <p:cNvCxnSpPr/>
            <p:nvPr/>
          </p:nvCxnSpPr>
          <p:spPr>
            <a:xfrm>
              <a:off x="6275613" y="2123444"/>
              <a:ext cx="0" cy="6783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44" name="Google Shape;444;p31"/>
          <p:cNvGrpSpPr/>
          <p:nvPr/>
        </p:nvGrpSpPr>
        <p:grpSpPr>
          <a:xfrm>
            <a:off x="6549124" y="3159060"/>
            <a:ext cx="2163598" cy="1304979"/>
            <a:chOff x="6549124" y="1640100"/>
            <a:chExt cx="2163598" cy="1304979"/>
          </a:xfrm>
        </p:grpSpPr>
        <p:sp>
          <p:nvSpPr>
            <p:cNvPr id="445" name="Google Shape;445;p31"/>
            <p:cNvSpPr txBox="1"/>
            <p:nvPr/>
          </p:nvSpPr>
          <p:spPr>
            <a:xfrm>
              <a:off x="6549124" y="1640100"/>
              <a:ext cx="2081299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r"/>
              <a:r>
                <a:rPr lang="en-US" sz="1600" b="1" dirty="0">
                  <a:solidFill>
                    <a:srgbClr val="D7425E"/>
                  </a:solidFill>
                  <a:latin typeface="Nunito" pitchFamily="34" charset="0"/>
                  <a:ea typeface="Nunito" pitchFamily="34" charset="-122"/>
                  <a:cs typeface="Nunito" pitchFamily="34" charset="-120"/>
                </a:rPr>
                <a:t>Assigning Random Values to Dice Faces</a:t>
              </a:r>
              <a:endParaRPr lang="en-US" sz="1600" dirty="0"/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 dirty="0">
                <a:solidFill>
                  <a:schemeClr val="accent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446" name="Google Shape;446;p31"/>
            <p:cNvSpPr txBox="1"/>
            <p:nvPr/>
          </p:nvSpPr>
          <p:spPr>
            <a:xfrm>
              <a:off x="6828122" y="2212479"/>
              <a:ext cx="1884600" cy="73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indent="0" algn="r">
                <a:buNone/>
              </a:pPr>
              <a:r>
                <a:rPr lang="en-US" sz="1200" dirty="0">
                  <a:solidFill>
                    <a:schemeClr val="tx1"/>
                  </a:solidFill>
                  <a:latin typeface="PT Sans" pitchFamily="34" charset="0"/>
                  <a:ea typeface="PT Sans" pitchFamily="34" charset="-122"/>
                  <a:cs typeface="PT Sans" pitchFamily="34" charset="-120"/>
                </a:rPr>
                <a:t>Map randomly generated numbers to specific dice face images, creating the illusion of rolling dice.</a:t>
              </a:r>
              <a:endParaRPr lang="en-US" sz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47" name="Google Shape;447;p31"/>
          <p:cNvGrpSpPr/>
          <p:nvPr/>
        </p:nvGrpSpPr>
        <p:grpSpPr>
          <a:xfrm>
            <a:off x="2594962" y="3331316"/>
            <a:ext cx="617920" cy="734938"/>
            <a:chOff x="2872513" y="1983250"/>
            <a:chExt cx="570300" cy="678300"/>
          </a:xfrm>
        </p:grpSpPr>
        <p:cxnSp>
          <p:nvCxnSpPr>
            <p:cNvPr id="448" name="Google Shape;448;p31"/>
            <p:cNvCxnSpPr/>
            <p:nvPr/>
          </p:nvCxnSpPr>
          <p:spPr>
            <a:xfrm>
              <a:off x="2872513" y="2322400"/>
              <a:ext cx="570300" cy="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9" name="Google Shape;449;p31"/>
            <p:cNvCxnSpPr/>
            <p:nvPr/>
          </p:nvCxnSpPr>
          <p:spPr>
            <a:xfrm rot="10800000">
              <a:off x="2872513" y="1983250"/>
              <a:ext cx="0" cy="678300"/>
            </a:xfrm>
            <a:prstGeom prst="straightConnector1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53" name="Google Shape;453;p31"/>
          <p:cNvGrpSpPr/>
          <p:nvPr/>
        </p:nvGrpSpPr>
        <p:grpSpPr>
          <a:xfrm>
            <a:off x="4825026" y="3069285"/>
            <a:ext cx="1354240" cy="1259000"/>
            <a:chOff x="4176850" y="2870538"/>
            <a:chExt cx="1249875" cy="1161975"/>
          </a:xfrm>
        </p:grpSpPr>
        <p:sp>
          <p:nvSpPr>
            <p:cNvPr id="454" name="Google Shape;454;p31"/>
            <p:cNvSpPr/>
            <p:nvPr/>
          </p:nvSpPr>
          <p:spPr>
            <a:xfrm>
              <a:off x="4176850" y="2870538"/>
              <a:ext cx="1249875" cy="1161050"/>
            </a:xfrm>
            <a:custGeom>
              <a:avLst/>
              <a:gdLst/>
              <a:ahLst/>
              <a:cxnLst/>
              <a:rect l="l" t="t" r="r" b="b"/>
              <a:pathLst>
                <a:path w="49995" h="46442" extrusionOk="0">
                  <a:moveTo>
                    <a:pt x="31876" y="0"/>
                  </a:moveTo>
                  <a:cubicBezTo>
                    <a:pt x="31586" y="0"/>
                    <a:pt x="31295" y="17"/>
                    <a:pt x="31004" y="50"/>
                  </a:cubicBezTo>
                  <a:lnTo>
                    <a:pt x="13978" y="2026"/>
                  </a:lnTo>
                  <a:cubicBezTo>
                    <a:pt x="11275" y="2348"/>
                    <a:pt x="8942" y="4074"/>
                    <a:pt x="7858" y="6574"/>
                  </a:cubicBezTo>
                  <a:lnTo>
                    <a:pt x="1084" y="22136"/>
                  </a:lnTo>
                  <a:cubicBezTo>
                    <a:pt x="0" y="24636"/>
                    <a:pt x="322" y="27529"/>
                    <a:pt x="1953" y="29720"/>
                  </a:cubicBezTo>
                  <a:lnTo>
                    <a:pt x="12013" y="43341"/>
                  </a:lnTo>
                  <a:cubicBezTo>
                    <a:pt x="13464" y="45310"/>
                    <a:pt x="15753" y="46442"/>
                    <a:pt x="18160" y="46442"/>
                  </a:cubicBezTo>
                  <a:cubicBezTo>
                    <a:pt x="18459" y="46442"/>
                    <a:pt x="18760" y="46424"/>
                    <a:pt x="19062" y="46389"/>
                  </a:cubicBezTo>
                  <a:lnTo>
                    <a:pt x="36005" y="44400"/>
                  </a:lnTo>
                  <a:cubicBezTo>
                    <a:pt x="38707" y="44079"/>
                    <a:pt x="41029" y="42353"/>
                    <a:pt x="42112" y="39852"/>
                  </a:cubicBezTo>
                  <a:lnTo>
                    <a:pt x="48911" y="24243"/>
                  </a:lnTo>
                  <a:cubicBezTo>
                    <a:pt x="49994" y="21731"/>
                    <a:pt x="49673" y="18838"/>
                    <a:pt x="48042" y="16647"/>
                  </a:cubicBezTo>
                  <a:lnTo>
                    <a:pt x="38029" y="3098"/>
                  </a:lnTo>
                  <a:cubicBezTo>
                    <a:pt x="36573" y="1132"/>
                    <a:pt x="34282" y="0"/>
                    <a:pt x="31876" y="0"/>
                  </a:cubicBezTo>
                  <a:close/>
                </a:path>
              </a:pathLst>
            </a:custGeom>
            <a:solidFill>
              <a:srgbClr val="EBB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1"/>
            <p:cNvSpPr/>
            <p:nvPr/>
          </p:nvSpPr>
          <p:spPr>
            <a:xfrm>
              <a:off x="4191125" y="3462513"/>
              <a:ext cx="965325" cy="570000"/>
            </a:xfrm>
            <a:custGeom>
              <a:avLst/>
              <a:gdLst/>
              <a:ahLst/>
              <a:cxnLst/>
              <a:rect l="l" t="t" r="r" b="b"/>
              <a:pathLst>
                <a:path w="38613" h="22800" extrusionOk="0">
                  <a:moveTo>
                    <a:pt x="21000" y="1"/>
                  </a:moveTo>
                  <a:cubicBezTo>
                    <a:pt x="20826" y="1"/>
                    <a:pt x="20656" y="10"/>
                    <a:pt x="20491" y="28"/>
                  </a:cubicBezTo>
                  <a:lnTo>
                    <a:pt x="2787" y="2041"/>
                  </a:lnTo>
                  <a:cubicBezTo>
                    <a:pt x="560" y="2291"/>
                    <a:pt x="1" y="4184"/>
                    <a:pt x="1536" y="6267"/>
                  </a:cubicBezTo>
                  <a:lnTo>
                    <a:pt x="11288" y="19459"/>
                  </a:lnTo>
                  <a:cubicBezTo>
                    <a:pt x="12717" y="21383"/>
                    <a:pt x="15434" y="22799"/>
                    <a:pt x="17595" y="22799"/>
                  </a:cubicBezTo>
                  <a:cubicBezTo>
                    <a:pt x="17775" y="22799"/>
                    <a:pt x="17951" y="22789"/>
                    <a:pt x="18122" y="22769"/>
                  </a:cubicBezTo>
                  <a:lnTo>
                    <a:pt x="35826" y="20757"/>
                  </a:lnTo>
                  <a:cubicBezTo>
                    <a:pt x="38053" y="20507"/>
                    <a:pt x="38613" y="18614"/>
                    <a:pt x="37077" y="16530"/>
                  </a:cubicBezTo>
                  <a:lnTo>
                    <a:pt x="27325" y="3338"/>
                  </a:lnTo>
                  <a:cubicBezTo>
                    <a:pt x="25892" y="1409"/>
                    <a:pt x="23163" y="1"/>
                    <a:pt x="21000" y="1"/>
                  </a:cubicBezTo>
                  <a:close/>
                </a:path>
              </a:pathLst>
            </a:custGeom>
            <a:solidFill>
              <a:srgbClr val="E09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31"/>
            <p:cNvSpPr/>
            <p:nvPr/>
          </p:nvSpPr>
          <p:spPr>
            <a:xfrm>
              <a:off x="4822150" y="2913813"/>
              <a:ext cx="603375" cy="999375"/>
            </a:xfrm>
            <a:custGeom>
              <a:avLst/>
              <a:gdLst/>
              <a:ahLst/>
              <a:cxnLst/>
              <a:rect l="l" t="t" r="r" b="b"/>
              <a:pathLst>
                <a:path w="24135" h="39975" extrusionOk="0">
                  <a:moveTo>
                    <a:pt x="9908" y="0"/>
                  </a:moveTo>
                  <a:cubicBezTo>
                    <a:pt x="9121" y="0"/>
                    <a:pt x="8415" y="507"/>
                    <a:pt x="7978" y="1522"/>
                  </a:cubicBezTo>
                  <a:lnTo>
                    <a:pt x="894" y="17797"/>
                  </a:lnTo>
                  <a:cubicBezTo>
                    <a:pt x="1" y="19845"/>
                    <a:pt x="525" y="23191"/>
                    <a:pt x="2061" y="25274"/>
                  </a:cubicBezTo>
                  <a:lnTo>
                    <a:pt x="11764" y="38407"/>
                  </a:lnTo>
                  <a:cubicBezTo>
                    <a:pt x="12538" y="39450"/>
                    <a:pt x="13423" y="39974"/>
                    <a:pt x="14224" y="39974"/>
                  </a:cubicBezTo>
                  <a:cubicBezTo>
                    <a:pt x="15013" y="39974"/>
                    <a:pt x="15720" y="39465"/>
                    <a:pt x="16158" y="38443"/>
                  </a:cubicBezTo>
                  <a:lnTo>
                    <a:pt x="23242" y="22179"/>
                  </a:lnTo>
                  <a:cubicBezTo>
                    <a:pt x="24135" y="20119"/>
                    <a:pt x="23611" y="16785"/>
                    <a:pt x="22075" y="14702"/>
                  </a:cubicBezTo>
                  <a:lnTo>
                    <a:pt x="12371" y="1569"/>
                  </a:lnTo>
                  <a:cubicBezTo>
                    <a:pt x="11597" y="524"/>
                    <a:pt x="10710" y="0"/>
                    <a:pt x="9908" y="0"/>
                  </a:cubicBezTo>
                  <a:close/>
                </a:path>
              </a:pathLst>
            </a:custGeom>
            <a:solidFill>
              <a:srgbClr val="FDD7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31"/>
            <p:cNvSpPr/>
            <p:nvPr/>
          </p:nvSpPr>
          <p:spPr>
            <a:xfrm>
              <a:off x="4182450" y="2871463"/>
              <a:ext cx="856550" cy="642725"/>
            </a:xfrm>
            <a:custGeom>
              <a:avLst/>
              <a:gdLst/>
              <a:ahLst/>
              <a:cxnLst/>
              <a:rect l="l" t="t" r="r" b="b"/>
              <a:pathLst>
                <a:path w="34262" h="25709" extrusionOk="0">
                  <a:moveTo>
                    <a:pt x="31553" y="1"/>
                  </a:moveTo>
                  <a:cubicBezTo>
                    <a:pt x="31420" y="1"/>
                    <a:pt x="31281" y="9"/>
                    <a:pt x="31137" y="25"/>
                  </a:cubicBezTo>
                  <a:lnTo>
                    <a:pt x="13421" y="2037"/>
                  </a:lnTo>
                  <a:cubicBezTo>
                    <a:pt x="11194" y="2299"/>
                    <a:pt x="8551" y="4430"/>
                    <a:pt x="7515" y="6799"/>
                  </a:cubicBezTo>
                  <a:lnTo>
                    <a:pt x="967" y="21849"/>
                  </a:lnTo>
                  <a:cubicBezTo>
                    <a:pt x="1" y="24058"/>
                    <a:pt x="785" y="25709"/>
                    <a:pt x="2701" y="25709"/>
                  </a:cubicBezTo>
                  <a:cubicBezTo>
                    <a:pt x="2839" y="25709"/>
                    <a:pt x="2984" y="25700"/>
                    <a:pt x="3134" y="25683"/>
                  </a:cubicBezTo>
                  <a:lnTo>
                    <a:pt x="20838" y="23670"/>
                  </a:lnTo>
                  <a:cubicBezTo>
                    <a:pt x="23077" y="23420"/>
                    <a:pt x="25720" y="21289"/>
                    <a:pt x="26756" y="18908"/>
                  </a:cubicBezTo>
                  <a:lnTo>
                    <a:pt x="33304" y="3870"/>
                  </a:lnTo>
                  <a:cubicBezTo>
                    <a:pt x="34262" y="1654"/>
                    <a:pt x="33480" y="1"/>
                    <a:pt x="315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31"/>
            <p:cNvSpPr/>
            <p:nvPr/>
          </p:nvSpPr>
          <p:spPr>
            <a:xfrm>
              <a:off x="4259000" y="3336638"/>
              <a:ext cx="156875" cy="118500"/>
            </a:xfrm>
            <a:custGeom>
              <a:avLst/>
              <a:gdLst/>
              <a:ahLst/>
              <a:cxnLst/>
              <a:rect l="l" t="t" r="r" b="b"/>
              <a:pathLst>
                <a:path w="6275" h="4740" extrusionOk="0">
                  <a:moveTo>
                    <a:pt x="4466" y="0"/>
                  </a:moveTo>
                  <a:cubicBezTo>
                    <a:pt x="3746" y="0"/>
                    <a:pt x="2857" y="314"/>
                    <a:pt x="2048" y="908"/>
                  </a:cubicBezTo>
                  <a:cubicBezTo>
                    <a:pt x="643" y="1944"/>
                    <a:pt x="0" y="3432"/>
                    <a:pt x="596" y="4242"/>
                  </a:cubicBezTo>
                  <a:cubicBezTo>
                    <a:pt x="850" y="4576"/>
                    <a:pt x="1283" y="4739"/>
                    <a:pt x="1803" y="4739"/>
                  </a:cubicBezTo>
                  <a:cubicBezTo>
                    <a:pt x="2523" y="4739"/>
                    <a:pt x="3411" y="4427"/>
                    <a:pt x="4227" y="3825"/>
                  </a:cubicBezTo>
                  <a:cubicBezTo>
                    <a:pt x="5620" y="2789"/>
                    <a:pt x="6275" y="1301"/>
                    <a:pt x="5668" y="503"/>
                  </a:cubicBezTo>
                  <a:cubicBezTo>
                    <a:pt x="5418" y="164"/>
                    <a:pt x="4986" y="0"/>
                    <a:pt x="44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31"/>
            <p:cNvSpPr/>
            <p:nvPr/>
          </p:nvSpPr>
          <p:spPr>
            <a:xfrm>
              <a:off x="4808175" y="2930188"/>
              <a:ext cx="156875" cy="118500"/>
            </a:xfrm>
            <a:custGeom>
              <a:avLst/>
              <a:gdLst/>
              <a:ahLst/>
              <a:cxnLst/>
              <a:rect l="l" t="t" r="r" b="b"/>
              <a:pathLst>
                <a:path w="6275" h="4740" extrusionOk="0">
                  <a:moveTo>
                    <a:pt x="4472" y="0"/>
                  </a:moveTo>
                  <a:cubicBezTo>
                    <a:pt x="3752" y="0"/>
                    <a:pt x="2864" y="313"/>
                    <a:pt x="2048" y="914"/>
                  </a:cubicBezTo>
                  <a:cubicBezTo>
                    <a:pt x="655" y="1950"/>
                    <a:pt x="0" y="3438"/>
                    <a:pt x="607" y="4236"/>
                  </a:cubicBezTo>
                  <a:cubicBezTo>
                    <a:pt x="857" y="4576"/>
                    <a:pt x="1289" y="4739"/>
                    <a:pt x="1809" y="4739"/>
                  </a:cubicBezTo>
                  <a:cubicBezTo>
                    <a:pt x="2529" y="4739"/>
                    <a:pt x="3418" y="4426"/>
                    <a:pt x="4227" y="3831"/>
                  </a:cubicBezTo>
                  <a:cubicBezTo>
                    <a:pt x="5632" y="2795"/>
                    <a:pt x="6275" y="1307"/>
                    <a:pt x="5680" y="497"/>
                  </a:cubicBezTo>
                  <a:cubicBezTo>
                    <a:pt x="5425" y="163"/>
                    <a:pt x="4992" y="0"/>
                    <a:pt x="44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31"/>
            <p:cNvSpPr/>
            <p:nvPr/>
          </p:nvSpPr>
          <p:spPr>
            <a:xfrm>
              <a:off x="4416750" y="2974388"/>
              <a:ext cx="156900" cy="118350"/>
            </a:xfrm>
            <a:custGeom>
              <a:avLst/>
              <a:gdLst/>
              <a:ahLst/>
              <a:cxnLst/>
              <a:rect l="l" t="t" r="r" b="b"/>
              <a:pathLst>
                <a:path w="6276" h="4734" extrusionOk="0">
                  <a:moveTo>
                    <a:pt x="4472" y="0"/>
                  </a:moveTo>
                  <a:cubicBezTo>
                    <a:pt x="3752" y="0"/>
                    <a:pt x="2864" y="314"/>
                    <a:pt x="2048" y="908"/>
                  </a:cubicBezTo>
                  <a:cubicBezTo>
                    <a:pt x="655" y="1944"/>
                    <a:pt x="1" y="3432"/>
                    <a:pt x="608" y="4230"/>
                  </a:cubicBezTo>
                  <a:cubicBezTo>
                    <a:pt x="857" y="4570"/>
                    <a:pt x="1287" y="4733"/>
                    <a:pt x="1806" y="4733"/>
                  </a:cubicBezTo>
                  <a:cubicBezTo>
                    <a:pt x="2524" y="4733"/>
                    <a:pt x="3412" y="4420"/>
                    <a:pt x="4227" y="3825"/>
                  </a:cubicBezTo>
                  <a:cubicBezTo>
                    <a:pt x="5632" y="2789"/>
                    <a:pt x="6275" y="1301"/>
                    <a:pt x="5680" y="503"/>
                  </a:cubicBezTo>
                  <a:cubicBezTo>
                    <a:pt x="5425" y="164"/>
                    <a:pt x="4992" y="0"/>
                    <a:pt x="44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31"/>
            <p:cNvSpPr/>
            <p:nvPr/>
          </p:nvSpPr>
          <p:spPr>
            <a:xfrm>
              <a:off x="4648625" y="3290963"/>
              <a:ext cx="156600" cy="119075"/>
            </a:xfrm>
            <a:custGeom>
              <a:avLst/>
              <a:gdLst/>
              <a:ahLst/>
              <a:cxnLst/>
              <a:rect l="l" t="t" r="r" b="b"/>
              <a:pathLst>
                <a:path w="6264" h="4763" extrusionOk="0">
                  <a:moveTo>
                    <a:pt x="4431" y="0"/>
                  </a:moveTo>
                  <a:cubicBezTo>
                    <a:pt x="3743" y="0"/>
                    <a:pt x="2907" y="293"/>
                    <a:pt x="2120" y="878"/>
                  </a:cubicBezTo>
                  <a:cubicBezTo>
                    <a:pt x="715" y="1914"/>
                    <a:pt x="0" y="3461"/>
                    <a:pt x="596" y="4259"/>
                  </a:cubicBezTo>
                  <a:cubicBezTo>
                    <a:pt x="850" y="4599"/>
                    <a:pt x="1283" y="4762"/>
                    <a:pt x="1803" y="4762"/>
                  </a:cubicBezTo>
                  <a:cubicBezTo>
                    <a:pt x="2522" y="4762"/>
                    <a:pt x="3407" y="4449"/>
                    <a:pt x="4215" y="3854"/>
                  </a:cubicBezTo>
                  <a:cubicBezTo>
                    <a:pt x="5620" y="2819"/>
                    <a:pt x="6263" y="1330"/>
                    <a:pt x="5668" y="521"/>
                  </a:cubicBezTo>
                  <a:cubicBezTo>
                    <a:pt x="5404" y="174"/>
                    <a:pt x="4961" y="0"/>
                    <a:pt x="44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31"/>
            <p:cNvSpPr/>
            <p:nvPr/>
          </p:nvSpPr>
          <p:spPr>
            <a:xfrm>
              <a:off x="5087075" y="3324813"/>
              <a:ext cx="107475" cy="156850"/>
            </a:xfrm>
            <a:custGeom>
              <a:avLst/>
              <a:gdLst/>
              <a:ahLst/>
              <a:cxnLst/>
              <a:rect l="l" t="t" r="r" b="b"/>
              <a:pathLst>
                <a:path w="4299" h="6274" extrusionOk="0">
                  <a:moveTo>
                    <a:pt x="1864" y="0"/>
                  </a:moveTo>
                  <a:cubicBezTo>
                    <a:pt x="1355" y="0"/>
                    <a:pt x="877" y="364"/>
                    <a:pt x="572" y="1072"/>
                  </a:cubicBezTo>
                  <a:cubicBezTo>
                    <a:pt x="0" y="2381"/>
                    <a:pt x="215" y="4358"/>
                    <a:pt x="1060" y="5501"/>
                  </a:cubicBezTo>
                  <a:cubicBezTo>
                    <a:pt x="1444" y="6020"/>
                    <a:pt x="1889" y="6274"/>
                    <a:pt x="2314" y="6274"/>
                  </a:cubicBezTo>
                  <a:cubicBezTo>
                    <a:pt x="2825" y="6274"/>
                    <a:pt x="3308" y="5906"/>
                    <a:pt x="3620" y="5191"/>
                  </a:cubicBezTo>
                  <a:cubicBezTo>
                    <a:pt x="4299" y="3620"/>
                    <a:pt x="4049" y="2024"/>
                    <a:pt x="3120" y="774"/>
                  </a:cubicBezTo>
                  <a:cubicBezTo>
                    <a:pt x="2735" y="254"/>
                    <a:pt x="2289" y="0"/>
                    <a:pt x="18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31"/>
            <p:cNvSpPr/>
            <p:nvPr/>
          </p:nvSpPr>
          <p:spPr>
            <a:xfrm>
              <a:off x="4578375" y="3703163"/>
              <a:ext cx="170275" cy="104125"/>
            </a:xfrm>
            <a:custGeom>
              <a:avLst/>
              <a:gdLst/>
              <a:ahLst/>
              <a:cxnLst/>
              <a:rect l="l" t="t" r="r" b="b"/>
              <a:pathLst>
                <a:path w="6811" h="4165" extrusionOk="0">
                  <a:moveTo>
                    <a:pt x="2266" y="1"/>
                  </a:moveTo>
                  <a:cubicBezTo>
                    <a:pt x="2135" y="1"/>
                    <a:pt x="2007" y="8"/>
                    <a:pt x="1882" y="23"/>
                  </a:cubicBezTo>
                  <a:cubicBezTo>
                    <a:pt x="465" y="177"/>
                    <a:pt x="1" y="1237"/>
                    <a:pt x="834" y="2368"/>
                  </a:cubicBezTo>
                  <a:cubicBezTo>
                    <a:pt x="1604" y="3410"/>
                    <a:pt x="3195" y="4164"/>
                    <a:pt x="4543" y="4164"/>
                  </a:cubicBezTo>
                  <a:cubicBezTo>
                    <a:pt x="4674" y="4164"/>
                    <a:pt x="4804" y="4157"/>
                    <a:pt x="4930" y="4142"/>
                  </a:cubicBezTo>
                  <a:cubicBezTo>
                    <a:pt x="6347" y="3987"/>
                    <a:pt x="6811" y="2928"/>
                    <a:pt x="5966" y="1785"/>
                  </a:cubicBezTo>
                  <a:cubicBezTo>
                    <a:pt x="5196" y="754"/>
                    <a:pt x="3605" y="1"/>
                    <a:pt x="22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31"/>
            <p:cNvSpPr/>
            <p:nvPr/>
          </p:nvSpPr>
          <p:spPr>
            <a:xfrm>
              <a:off x="4846575" y="3814563"/>
              <a:ext cx="170275" cy="104050"/>
            </a:xfrm>
            <a:custGeom>
              <a:avLst/>
              <a:gdLst/>
              <a:ahLst/>
              <a:cxnLst/>
              <a:rect l="l" t="t" r="r" b="b"/>
              <a:pathLst>
                <a:path w="6811" h="4162" extrusionOk="0">
                  <a:moveTo>
                    <a:pt x="2249" y="0"/>
                  </a:moveTo>
                  <a:cubicBezTo>
                    <a:pt x="2124" y="0"/>
                    <a:pt x="2001" y="7"/>
                    <a:pt x="1881" y="20"/>
                  </a:cubicBezTo>
                  <a:cubicBezTo>
                    <a:pt x="464" y="186"/>
                    <a:pt x="0" y="1234"/>
                    <a:pt x="845" y="2377"/>
                  </a:cubicBezTo>
                  <a:cubicBezTo>
                    <a:pt x="1616" y="3407"/>
                    <a:pt x="3196" y="4161"/>
                    <a:pt x="4542" y="4161"/>
                  </a:cubicBezTo>
                  <a:cubicBezTo>
                    <a:pt x="4674" y="4161"/>
                    <a:pt x="4803" y="4154"/>
                    <a:pt x="4929" y="4139"/>
                  </a:cubicBezTo>
                  <a:cubicBezTo>
                    <a:pt x="6346" y="3984"/>
                    <a:pt x="6811" y="2925"/>
                    <a:pt x="5965" y="1794"/>
                  </a:cubicBezTo>
                  <a:cubicBezTo>
                    <a:pt x="5202" y="747"/>
                    <a:pt x="3601" y="0"/>
                    <a:pt x="22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31"/>
            <p:cNvSpPr/>
            <p:nvPr/>
          </p:nvSpPr>
          <p:spPr>
            <a:xfrm>
              <a:off x="4316150" y="3586788"/>
              <a:ext cx="170275" cy="104050"/>
            </a:xfrm>
            <a:custGeom>
              <a:avLst/>
              <a:gdLst/>
              <a:ahLst/>
              <a:cxnLst/>
              <a:rect l="l" t="t" r="r" b="b"/>
              <a:pathLst>
                <a:path w="6811" h="4162" extrusionOk="0">
                  <a:moveTo>
                    <a:pt x="2268" y="0"/>
                  </a:moveTo>
                  <a:cubicBezTo>
                    <a:pt x="2137" y="0"/>
                    <a:pt x="2007" y="8"/>
                    <a:pt x="1881" y="22"/>
                  </a:cubicBezTo>
                  <a:cubicBezTo>
                    <a:pt x="465" y="177"/>
                    <a:pt x="0" y="1225"/>
                    <a:pt x="846" y="2368"/>
                  </a:cubicBezTo>
                  <a:cubicBezTo>
                    <a:pt x="1609" y="3414"/>
                    <a:pt x="3210" y="4161"/>
                    <a:pt x="4562" y="4161"/>
                  </a:cubicBezTo>
                  <a:cubicBezTo>
                    <a:pt x="4687" y="4161"/>
                    <a:pt x="4810" y="4155"/>
                    <a:pt x="4929" y="4142"/>
                  </a:cubicBezTo>
                  <a:cubicBezTo>
                    <a:pt x="6346" y="3975"/>
                    <a:pt x="6811" y="2927"/>
                    <a:pt x="5965" y="1784"/>
                  </a:cubicBezTo>
                  <a:cubicBezTo>
                    <a:pt x="5195" y="754"/>
                    <a:pt x="3615" y="0"/>
                    <a:pt x="22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31"/>
            <p:cNvSpPr/>
            <p:nvPr/>
          </p:nvSpPr>
          <p:spPr>
            <a:xfrm>
              <a:off x="4195675" y="3342063"/>
              <a:ext cx="656575" cy="172125"/>
            </a:xfrm>
            <a:custGeom>
              <a:avLst/>
              <a:gdLst/>
              <a:ahLst/>
              <a:cxnLst/>
              <a:rect l="l" t="t" r="r" b="b"/>
              <a:pathLst>
                <a:path w="26263" h="6885" extrusionOk="0">
                  <a:moveTo>
                    <a:pt x="26262" y="1"/>
                  </a:moveTo>
                  <a:cubicBezTo>
                    <a:pt x="25084" y="2191"/>
                    <a:pt x="22631" y="4061"/>
                    <a:pt x="20535" y="4299"/>
                  </a:cubicBezTo>
                  <a:lnTo>
                    <a:pt x="2605" y="6347"/>
                  </a:lnTo>
                  <a:cubicBezTo>
                    <a:pt x="2463" y="6362"/>
                    <a:pt x="2326" y="6369"/>
                    <a:pt x="2195" y="6369"/>
                  </a:cubicBezTo>
                  <a:cubicBezTo>
                    <a:pt x="978" y="6369"/>
                    <a:pt x="205" y="5735"/>
                    <a:pt x="33" y="4704"/>
                  </a:cubicBezTo>
                  <a:lnTo>
                    <a:pt x="33" y="4704"/>
                  </a:lnTo>
                  <a:cubicBezTo>
                    <a:pt x="0" y="6026"/>
                    <a:pt x="786" y="6884"/>
                    <a:pt x="2176" y="6884"/>
                  </a:cubicBezTo>
                  <a:cubicBezTo>
                    <a:pt x="2313" y="6884"/>
                    <a:pt x="2456" y="6876"/>
                    <a:pt x="2605" y="6859"/>
                  </a:cubicBezTo>
                  <a:lnTo>
                    <a:pt x="20309" y="4846"/>
                  </a:lnTo>
                  <a:cubicBezTo>
                    <a:pt x="22548" y="4596"/>
                    <a:pt x="25191" y="2465"/>
                    <a:pt x="26227" y="84"/>
                  </a:cubicBezTo>
                  <a:lnTo>
                    <a:pt x="2626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31"/>
            <p:cNvSpPr/>
            <p:nvPr/>
          </p:nvSpPr>
          <p:spPr>
            <a:xfrm>
              <a:off x="4824250" y="3370638"/>
              <a:ext cx="386675" cy="542575"/>
            </a:xfrm>
            <a:custGeom>
              <a:avLst/>
              <a:gdLst/>
              <a:ahLst/>
              <a:cxnLst/>
              <a:rect l="l" t="t" r="r" b="b"/>
              <a:pathLst>
                <a:path w="15467" h="21703" extrusionOk="0">
                  <a:moveTo>
                    <a:pt x="631" y="1"/>
                  </a:moveTo>
                  <a:lnTo>
                    <a:pt x="631" y="1"/>
                  </a:lnTo>
                  <a:cubicBezTo>
                    <a:pt x="0" y="2060"/>
                    <a:pt x="548" y="5073"/>
                    <a:pt x="1977" y="7001"/>
                  </a:cubicBezTo>
                  <a:lnTo>
                    <a:pt x="11680" y="20134"/>
                  </a:lnTo>
                  <a:cubicBezTo>
                    <a:pt x="12458" y="21179"/>
                    <a:pt x="13342" y="21702"/>
                    <a:pt x="14142" y="21702"/>
                  </a:cubicBezTo>
                  <a:cubicBezTo>
                    <a:pt x="14629" y="21702"/>
                    <a:pt x="15084" y="21509"/>
                    <a:pt x="15466" y="21122"/>
                  </a:cubicBezTo>
                  <a:lnTo>
                    <a:pt x="15466" y="21122"/>
                  </a:lnTo>
                  <a:cubicBezTo>
                    <a:pt x="15213" y="21251"/>
                    <a:pt x="14941" y="21315"/>
                    <a:pt x="14658" y="21315"/>
                  </a:cubicBezTo>
                  <a:cubicBezTo>
                    <a:pt x="13839" y="21315"/>
                    <a:pt x="12932" y="20777"/>
                    <a:pt x="12145" y="19705"/>
                  </a:cubicBezTo>
                  <a:lnTo>
                    <a:pt x="2203" y="6263"/>
                  </a:lnTo>
                  <a:cubicBezTo>
                    <a:pt x="941" y="4561"/>
                    <a:pt x="345" y="2025"/>
                    <a:pt x="631" y="1"/>
                  </a:cubicBezTo>
                  <a:close/>
                </a:path>
              </a:pathLst>
            </a:custGeom>
            <a:solidFill>
              <a:srgbClr val="FDD7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68" name="Google Shape;468;p31"/>
          <p:cNvGrpSpPr/>
          <p:nvPr/>
        </p:nvGrpSpPr>
        <p:grpSpPr>
          <a:xfrm flipH="1">
            <a:off x="2975734" y="3241493"/>
            <a:ext cx="983032" cy="914582"/>
            <a:chOff x="5143325" y="2097838"/>
            <a:chExt cx="907275" cy="844100"/>
          </a:xfrm>
        </p:grpSpPr>
        <p:sp>
          <p:nvSpPr>
            <p:cNvPr id="469" name="Google Shape;469;p31"/>
            <p:cNvSpPr/>
            <p:nvPr/>
          </p:nvSpPr>
          <p:spPr>
            <a:xfrm>
              <a:off x="5143325" y="2098063"/>
              <a:ext cx="907275" cy="841700"/>
            </a:xfrm>
            <a:custGeom>
              <a:avLst/>
              <a:gdLst/>
              <a:ahLst/>
              <a:cxnLst/>
              <a:rect l="l" t="t" r="r" b="b"/>
              <a:pathLst>
                <a:path w="36291" h="33668" extrusionOk="0">
                  <a:moveTo>
                    <a:pt x="13255" y="0"/>
                  </a:moveTo>
                  <a:cubicBezTo>
                    <a:pt x="11526" y="0"/>
                    <a:pt x="9881" y="815"/>
                    <a:pt x="8835" y="2219"/>
                  </a:cubicBezTo>
                  <a:lnTo>
                    <a:pt x="1441" y="12066"/>
                  </a:lnTo>
                  <a:cubicBezTo>
                    <a:pt x="251" y="13649"/>
                    <a:pt x="1" y="15745"/>
                    <a:pt x="775" y="17566"/>
                  </a:cubicBezTo>
                  <a:lnTo>
                    <a:pt x="5597" y="28865"/>
                  </a:lnTo>
                  <a:cubicBezTo>
                    <a:pt x="6382" y="30699"/>
                    <a:pt x="8085" y="31973"/>
                    <a:pt x="10061" y="32199"/>
                  </a:cubicBezTo>
                  <a:lnTo>
                    <a:pt x="22349" y="33628"/>
                  </a:lnTo>
                  <a:cubicBezTo>
                    <a:pt x="22571" y="33655"/>
                    <a:pt x="22792" y="33668"/>
                    <a:pt x="23012" y="33668"/>
                  </a:cubicBezTo>
                  <a:cubicBezTo>
                    <a:pt x="24740" y="33668"/>
                    <a:pt x="26377" y="32853"/>
                    <a:pt x="27433" y="31449"/>
                  </a:cubicBezTo>
                  <a:lnTo>
                    <a:pt x="34850" y="21567"/>
                  </a:lnTo>
                  <a:cubicBezTo>
                    <a:pt x="36041" y="19983"/>
                    <a:pt x="36291" y="17888"/>
                    <a:pt x="35505" y="16066"/>
                  </a:cubicBezTo>
                  <a:lnTo>
                    <a:pt x="30719" y="4827"/>
                  </a:lnTo>
                  <a:cubicBezTo>
                    <a:pt x="29933" y="3005"/>
                    <a:pt x="28242" y="1731"/>
                    <a:pt x="26266" y="1493"/>
                  </a:cubicBezTo>
                  <a:lnTo>
                    <a:pt x="13919" y="40"/>
                  </a:lnTo>
                  <a:cubicBezTo>
                    <a:pt x="13697" y="13"/>
                    <a:pt x="13475" y="0"/>
                    <a:pt x="132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31"/>
            <p:cNvSpPr/>
            <p:nvPr/>
          </p:nvSpPr>
          <p:spPr>
            <a:xfrm>
              <a:off x="5147575" y="2471838"/>
              <a:ext cx="618400" cy="470100"/>
            </a:xfrm>
            <a:custGeom>
              <a:avLst/>
              <a:gdLst/>
              <a:ahLst/>
              <a:cxnLst/>
              <a:rect l="l" t="t" r="r" b="b"/>
              <a:pathLst>
                <a:path w="24736" h="18804" extrusionOk="0">
                  <a:moveTo>
                    <a:pt x="1955" y="0"/>
                  </a:moveTo>
                  <a:cubicBezTo>
                    <a:pt x="573" y="0"/>
                    <a:pt x="0" y="1186"/>
                    <a:pt x="688" y="2806"/>
                  </a:cubicBezTo>
                  <a:lnTo>
                    <a:pt x="5355" y="13748"/>
                  </a:lnTo>
                  <a:cubicBezTo>
                    <a:pt x="6093" y="15474"/>
                    <a:pt x="7998" y="17034"/>
                    <a:pt x="9618" y="17224"/>
                  </a:cubicBezTo>
                  <a:lnTo>
                    <a:pt x="22453" y="18784"/>
                  </a:lnTo>
                  <a:cubicBezTo>
                    <a:pt x="22563" y="18797"/>
                    <a:pt x="22669" y="18803"/>
                    <a:pt x="22771" y="18803"/>
                  </a:cubicBezTo>
                  <a:cubicBezTo>
                    <a:pt x="24162" y="18803"/>
                    <a:pt x="24736" y="17618"/>
                    <a:pt x="24048" y="15998"/>
                  </a:cubicBezTo>
                  <a:lnTo>
                    <a:pt x="19381" y="5056"/>
                  </a:lnTo>
                  <a:cubicBezTo>
                    <a:pt x="18643" y="3330"/>
                    <a:pt x="16726" y="1770"/>
                    <a:pt x="15106" y="1567"/>
                  </a:cubicBezTo>
                  <a:lnTo>
                    <a:pt x="2271" y="20"/>
                  </a:lnTo>
                  <a:cubicBezTo>
                    <a:pt x="2162" y="7"/>
                    <a:pt x="2056" y="0"/>
                    <a:pt x="1955" y="0"/>
                  </a:cubicBezTo>
                  <a:close/>
                </a:path>
              </a:pathLst>
            </a:custGeom>
            <a:solidFill>
              <a:srgbClr val="EA6E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31"/>
            <p:cNvSpPr/>
            <p:nvPr/>
          </p:nvSpPr>
          <p:spPr>
            <a:xfrm>
              <a:off x="5613325" y="2183888"/>
              <a:ext cx="434300" cy="725400"/>
            </a:xfrm>
            <a:custGeom>
              <a:avLst/>
              <a:gdLst/>
              <a:ahLst/>
              <a:cxnLst/>
              <a:rect l="l" t="t" r="r" b="b"/>
              <a:pathLst>
                <a:path w="17372" h="29016" extrusionOk="0">
                  <a:moveTo>
                    <a:pt x="10216" y="1"/>
                  </a:moveTo>
                  <a:cubicBezTo>
                    <a:pt x="9753" y="1"/>
                    <a:pt x="9288" y="257"/>
                    <a:pt x="8895" y="786"/>
                  </a:cubicBezTo>
                  <a:lnTo>
                    <a:pt x="1167" y="11085"/>
                  </a:lnTo>
                  <a:cubicBezTo>
                    <a:pt x="191" y="12383"/>
                    <a:pt x="1" y="14836"/>
                    <a:pt x="727" y="16562"/>
                  </a:cubicBezTo>
                  <a:lnTo>
                    <a:pt x="5382" y="27456"/>
                  </a:lnTo>
                  <a:cubicBezTo>
                    <a:pt x="5819" y="28478"/>
                    <a:pt x="6481" y="29016"/>
                    <a:pt x="7151" y="29016"/>
                  </a:cubicBezTo>
                  <a:cubicBezTo>
                    <a:pt x="7613" y="29016"/>
                    <a:pt x="8079" y="28760"/>
                    <a:pt x="8478" y="28230"/>
                  </a:cubicBezTo>
                  <a:lnTo>
                    <a:pt x="16205" y="17931"/>
                  </a:lnTo>
                  <a:cubicBezTo>
                    <a:pt x="17181" y="16633"/>
                    <a:pt x="17372" y="14181"/>
                    <a:pt x="16634" y="12454"/>
                  </a:cubicBezTo>
                  <a:lnTo>
                    <a:pt x="11990" y="1560"/>
                  </a:lnTo>
                  <a:cubicBezTo>
                    <a:pt x="11553" y="539"/>
                    <a:pt x="10887" y="1"/>
                    <a:pt x="10216" y="1"/>
                  </a:cubicBezTo>
                  <a:close/>
                </a:path>
              </a:pathLst>
            </a:custGeom>
            <a:solidFill>
              <a:srgbClr val="FDAB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1"/>
            <p:cNvSpPr/>
            <p:nvPr/>
          </p:nvSpPr>
          <p:spPr>
            <a:xfrm>
              <a:off x="5154050" y="2097838"/>
              <a:ext cx="702500" cy="414050"/>
            </a:xfrm>
            <a:custGeom>
              <a:avLst/>
              <a:gdLst/>
              <a:ahLst/>
              <a:cxnLst/>
              <a:rect l="l" t="t" r="r" b="b"/>
              <a:pathLst>
                <a:path w="28100" h="16562" extrusionOk="0">
                  <a:moveTo>
                    <a:pt x="12844" y="1"/>
                  </a:moveTo>
                  <a:cubicBezTo>
                    <a:pt x="11276" y="1"/>
                    <a:pt x="9314" y="1017"/>
                    <a:pt x="8275" y="2395"/>
                  </a:cubicBezTo>
                  <a:lnTo>
                    <a:pt x="1131" y="11908"/>
                  </a:lnTo>
                  <a:cubicBezTo>
                    <a:pt x="0" y="13408"/>
                    <a:pt x="405" y="14789"/>
                    <a:pt x="2012" y="14992"/>
                  </a:cubicBezTo>
                  <a:lnTo>
                    <a:pt x="14859" y="16539"/>
                  </a:lnTo>
                  <a:cubicBezTo>
                    <a:pt x="14985" y="16554"/>
                    <a:pt x="15114" y="16561"/>
                    <a:pt x="15247" y="16561"/>
                  </a:cubicBezTo>
                  <a:cubicBezTo>
                    <a:pt x="16808" y="16561"/>
                    <a:pt x="18782" y="15553"/>
                    <a:pt x="19824" y="14170"/>
                  </a:cubicBezTo>
                  <a:lnTo>
                    <a:pt x="26968" y="4645"/>
                  </a:lnTo>
                  <a:cubicBezTo>
                    <a:pt x="28099" y="3145"/>
                    <a:pt x="27706" y="1764"/>
                    <a:pt x="26087" y="1573"/>
                  </a:cubicBezTo>
                  <a:lnTo>
                    <a:pt x="13252" y="25"/>
                  </a:lnTo>
                  <a:cubicBezTo>
                    <a:pt x="13120" y="9"/>
                    <a:pt x="12983" y="1"/>
                    <a:pt x="128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1"/>
            <p:cNvSpPr/>
            <p:nvPr/>
          </p:nvSpPr>
          <p:spPr>
            <a:xfrm>
              <a:off x="5218350" y="2364538"/>
              <a:ext cx="119675" cy="75250"/>
            </a:xfrm>
            <a:custGeom>
              <a:avLst/>
              <a:gdLst/>
              <a:ahLst/>
              <a:cxnLst/>
              <a:rect l="l" t="t" r="r" b="b"/>
              <a:pathLst>
                <a:path w="4787" h="3010" extrusionOk="0">
                  <a:moveTo>
                    <a:pt x="3230" y="0"/>
                  </a:moveTo>
                  <a:cubicBezTo>
                    <a:pt x="2814" y="0"/>
                    <a:pt x="2341" y="97"/>
                    <a:pt x="1869" y="299"/>
                  </a:cubicBezTo>
                  <a:cubicBezTo>
                    <a:pt x="714" y="787"/>
                    <a:pt x="0" y="1728"/>
                    <a:pt x="298" y="2395"/>
                  </a:cubicBezTo>
                  <a:cubicBezTo>
                    <a:pt x="468" y="2799"/>
                    <a:pt x="956" y="3009"/>
                    <a:pt x="1567" y="3009"/>
                  </a:cubicBezTo>
                  <a:cubicBezTo>
                    <a:pt x="1981" y="3009"/>
                    <a:pt x="2451" y="2913"/>
                    <a:pt x="2917" y="2716"/>
                  </a:cubicBezTo>
                  <a:cubicBezTo>
                    <a:pt x="4084" y="2228"/>
                    <a:pt x="4786" y="1287"/>
                    <a:pt x="4501" y="609"/>
                  </a:cubicBezTo>
                  <a:cubicBezTo>
                    <a:pt x="4330" y="211"/>
                    <a:pt x="3843" y="0"/>
                    <a:pt x="32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31"/>
            <p:cNvSpPr/>
            <p:nvPr/>
          </p:nvSpPr>
          <p:spPr>
            <a:xfrm>
              <a:off x="5674350" y="2169863"/>
              <a:ext cx="119675" cy="75250"/>
            </a:xfrm>
            <a:custGeom>
              <a:avLst/>
              <a:gdLst/>
              <a:ahLst/>
              <a:cxnLst/>
              <a:rect l="l" t="t" r="r" b="b"/>
              <a:pathLst>
                <a:path w="4787" h="3010" extrusionOk="0">
                  <a:moveTo>
                    <a:pt x="3227" y="0"/>
                  </a:moveTo>
                  <a:cubicBezTo>
                    <a:pt x="2812" y="0"/>
                    <a:pt x="2341" y="98"/>
                    <a:pt x="1870" y="300"/>
                  </a:cubicBezTo>
                  <a:cubicBezTo>
                    <a:pt x="703" y="788"/>
                    <a:pt x="0" y="1728"/>
                    <a:pt x="286" y="2395"/>
                  </a:cubicBezTo>
                  <a:cubicBezTo>
                    <a:pt x="464" y="2800"/>
                    <a:pt x="955" y="3010"/>
                    <a:pt x="1567" y="3010"/>
                  </a:cubicBezTo>
                  <a:cubicBezTo>
                    <a:pt x="1981" y="3010"/>
                    <a:pt x="2451" y="2914"/>
                    <a:pt x="2917" y="2717"/>
                  </a:cubicBezTo>
                  <a:cubicBezTo>
                    <a:pt x="4084" y="2228"/>
                    <a:pt x="4787" y="1288"/>
                    <a:pt x="4501" y="609"/>
                  </a:cubicBezTo>
                  <a:cubicBezTo>
                    <a:pt x="4324" y="212"/>
                    <a:pt x="3837" y="0"/>
                    <a:pt x="32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1"/>
            <p:cNvSpPr/>
            <p:nvPr/>
          </p:nvSpPr>
          <p:spPr>
            <a:xfrm>
              <a:off x="5390675" y="2135338"/>
              <a:ext cx="119700" cy="75175"/>
            </a:xfrm>
            <a:custGeom>
              <a:avLst/>
              <a:gdLst/>
              <a:ahLst/>
              <a:cxnLst/>
              <a:rect l="l" t="t" r="r" b="b"/>
              <a:pathLst>
                <a:path w="4788" h="3007" extrusionOk="0">
                  <a:moveTo>
                    <a:pt x="3221" y="0"/>
                  </a:moveTo>
                  <a:cubicBezTo>
                    <a:pt x="2807" y="0"/>
                    <a:pt x="2337" y="97"/>
                    <a:pt x="1870" y="299"/>
                  </a:cubicBezTo>
                  <a:cubicBezTo>
                    <a:pt x="703" y="788"/>
                    <a:pt x="1" y="1728"/>
                    <a:pt x="287" y="2395"/>
                  </a:cubicBezTo>
                  <a:cubicBezTo>
                    <a:pt x="465" y="2795"/>
                    <a:pt x="956" y="3006"/>
                    <a:pt x="1572" y="3006"/>
                  </a:cubicBezTo>
                  <a:cubicBezTo>
                    <a:pt x="1983" y="3006"/>
                    <a:pt x="2451" y="2912"/>
                    <a:pt x="2918" y="2716"/>
                  </a:cubicBezTo>
                  <a:cubicBezTo>
                    <a:pt x="4073" y="2216"/>
                    <a:pt x="4787" y="1276"/>
                    <a:pt x="4489" y="609"/>
                  </a:cubicBezTo>
                  <a:cubicBezTo>
                    <a:pt x="4319" y="212"/>
                    <a:pt x="3832" y="0"/>
                    <a:pt x="32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1"/>
            <p:cNvSpPr/>
            <p:nvPr/>
          </p:nvSpPr>
          <p:spPr>
            <a:xfrm>
              <a:off x="5500825" y="2397713"/>
              <a:ext cx="119675" cy="75625"/>
            </a:xfrm>
            <a:custGeom>
              <a:avLst/>
              <a:gdLst/>
              <a:ahLst/>
              <a:cxnLst/>
              <a:rect l="l" t="t" r="r" b="b"/>
              <a:pathLst>
                <a:path w="4787" h="3025" extrusionOk="0">
                  <a:moveTo>
                    <a:pt x="3231" y="0"/>
                  </a:moveTo>
                  <a:cubicBezTo>
                    <a:pt x="2838" y="0"/>
                    <a:pt x="2392" y="91"/>
                    <a:pt x="1941" y="282"/>
                  </a:cubicBezTo>
                  <a:cubicBezTo>
                    <a:pt x="774" y="770"/>
                    <a:pt x="0" y="1746"/>
                    <a:pt x="298" y="2413"/>
                  </a:cubicBezTo>
                  <a:cubicBezTo>
                    <a:pt x="469" y="2813"/>
                    <a:pt x="961" y="3024"/>
                    <a:pt x="1577" y="3024"/>
                  </a:cubicBezTo>
                  <a:cubicBezTo>
                    <a:pt x="1988" y="3024"/>
                    <a:pt x="2455" y="2930"/>
                    <a:pt x="2917" y="2735"/>
                  </a:cubicBezTo>
                  <a:cubicBezTo>
                    <a:pt x="4084" y="2235"/>
                    <a:pt x="4786" y="1294"/>
                    <a:pt x="4501" y="627"/>
                  </a:cubicBezTo>
                  <a:cubicBezTo>
                    <a:pt x="4327" y="221"/>
                    <a:pt x="3843" y="0"/>
                    <a:pt x="32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1"/>
            <p:cNvSpPr/>
            <p:nvPr/>
          </p:nvSpPr>
          <p:spPr>
            <a:xfrm>
              <a:off x="5805025" y="2485138"/>
              <a:ext cx="77100" cy="113675"/>
            </a:xfrm>
            <a:custGeom>
              <a:avLst/>
              <a:gdLst/>
              <a:ahLst/>
              <a:cxnLst/>
              <a:rect l="l" t="t" r="r" b="b"/>
              <a:pathLst>
                <a:path w="3084" h="4547" extrusionOk="0">
                  <a:moveTo>
                    <a:pt x="1713" y="0"/>
                  </a:moveTo>
                  <a:cubicBezTo>
                    <a:pt x="1405" y="0"/>
                    <a:pt x="1080" y="184"/>
                    <a:pt x="798" y="559"/>
                  </a:cubicBezTo>
                  <a:cubicBezTo>
                    <a:pt x="167" y="1393"/>
                    <a:pt x="0" y="2821"/>
                    <a:pt x="405" y="3774"/>
                  </a:cubicBezTo>
                  <a:cubicBezTo>
                    <a:pt x="619" y="4285"/>
                    <a:pt x="963" y="4547"/>
                    <a:pt x="1332" y="4547"/>
                  </a:cubicBezTo>
                  <a:cubicBezTo>
                    <a:pt x="1641" y="4547"/>
                    <a:pt x="1968" y="4363"/>
                    <a:pt x="2251" y="3988"/>
                  </a:cubicBezTo>
                  <a:cubicBezTo>
                    <a:pt x="3001" y="2988"/>
                    <a:pt x="3084" y="1809"/>
                    <a:pt x="2643" y="774"/>
                  </a:cubicBezTo>
                  <a:cubicBezTo>
                    <a:pt x="2423" y="262"/>
                    <a:pt x="2080" y="0"/>
                    <a:pt x="17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1"/>
            <p:cNvSpPr/>
            <p:nvPr/>
          </p:nvSpPr>
          <p:spPr>
            <a:xfrm>
              <a:off x="5392425" y="2667463"/>
              <a:ext cx="111500" cy="86200"/>
            </a:xfrm>
            <a:custGeom>
              <a:avLst/>
              <a:gdLst/>
              <a:ahLst/>
              <a:cxnLst/>
              <a:rect l="l" t="t" r="r" b="b"/>
              <a:pathLst>
                <a:path w="4460" h="3448" extrusionOk="0">
                  <a:moveTo>
                    <a:pt x="1243" y="1"/>
                  </a:moveTo>
                  <a:cubicBezTo>
                    <a:pt x="389" y="1"/>
                    <a:pt x="1" y="632"/>
                    <a:pt x="371" y="1493"/>
                  </a:cubicBezTo>
                  <a:cubicBezTo>
                    <a:pt x="776" y="2446"/>
                    <a:pt x="1931" y="3315"/>
                    <a:pt x="2955" y="3434"/>
                  </a:cubicBezTo>
                  <a:cubicBezTo>
                    <a:pt x="3035" y="3443"/>
                    <a:pt x="3111" y="3448"/>
                    <a:pt x="3184" y="3448"/>
                  </a:cubicBezTo>
                  <a:cubicBezTo>
                    <a:pt x="4053" y="3448"/>
                    <a:pt x="4459" y="2813"/>
                    <a:pt x="4086" y="1946"/>
                  </a:cubicBezTo>
                  <a:cubicBezTo>
                    <a:pt x="3681" y="1005"/>
                    <a:pt x="2526" y="136"/>
                    <a:pt x="1490" y="17"/>
                  </a:cubicBezTo>
                  <a:cubicBezTo>
                    <a:pt x="1404" y="6"/>
                    <a:pt x="1321" y="1"/>
                    <a:pt x="12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1"/>
            <p:cNvSpPr/>
            <p:nvPr/>
          </p:nvSpPr>
          <p:spPr>
            <a:xfrm>
              <a:off x="5562925" y="2791063"/>
              <a:ext cx="111475" cy="86200"/>
            </a:xfrm>
            <a:custGeom>
              <a:avLst/>
              <a:gdLst/>
              <a:ahLst/>
              <a:cxnLst/>
              <a:rect l="l" t="t" r="r" b="b"/>
              <a:pathLst>
                <a:path w="4459" h="3448" extrusionOk="0">
                  <a:moveTo>
                    <a:pt x="1275" y="0"/>
                  </a:moveTo>
                  <a:cubicBezTo>
                    <a:pt x="407" y="0"/>
                    <a:pt x="0" y="635"/>
                    <a:pt x="374" y="1502"/>
                  </a:cubicBezTo>
                  <a:cubicBezTo>
                    <a:pt x="778" y="2443"/>
                    <a:pt x="1933" y="3312"/>
                    <a:pt x="2969" y="3431"/>
                  </a:cubicBezTo>
                  <a:cubicBezTo>
                    <a:pt x="3056" y="3442"/>
                    <a:pt x="3138" y="3448"/>
                    <a:pt x="3217" y="3448"/>
                  </a:cubicBezTo>
                  <a:cubicBezTo>
                    <a:pt x="4071" y="3448"/>
                    <a:pt x="4459" y="2816"/>
                    <a:pt x="4088" y="1955"/>
                  </a:cubicBezTo>
                  <a:cubicBezTo>
                    <a:pt x="3684" y="1002"/>
                    <a:pt x="2529" y="145"/>
                    <a:pt x="1505" y="14"/>
                  </a:cubicBezTo>
                  <a:cubicBezTo>
                    <a:pt x="1425" y="5"/>
                    <a:pt x="1349" y="0"/>
                    <a:pt x="12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1"/>
            <p:cNvSpPr/>
            <p:nvPr/>
          </p:nvSpPr>
          <p:spPr>
            <a:xfrm>
              <a:off x="5226925" y="2541263"/>
              <a:ext cx="111500" cy="86200"/>
            </a:xfrm>
            <a:custGeom>
              <a:avLst/>
              <a:gdLst/>
              <a:ahLst/>
              <a:cxnLst/>
              <a:rect l="l" t="t" r="r" b="b"/>
              <a:pathLst>
                <a:path w="4460" h="3448" extrusionOk="0">
                  <a:moveTo>
                    <a:pt x="1252" y="0"/>
                  </a:moveTo>
                  <a:cubicBezTo>
                    <a:pt x="389" y="0"/>
                    <a:pt x="1" y="632"/>
                    <a:pt x="371" y="1493"/>
                  </a:cubicBezTo>
                  <a:cubicBezTo>
                    <a:pt x="776" y="2446"/>
                    <a:pt x="1931" y="3315"/>
                    <a:pt x="2955" y="3434"/>
                  </a:cubicBezTo>
                  <a:cubicBezTo>
                    <a:pt x="3035" y="3443"/>
                    <a:pt x="3111" y="3448"/>
                    <a:pt x="3184" y="3448"/>
                  </a:cubicBezTo>
                  <a:cubicBezTo>
                    <a:pt x="4053" y="3448"/>
                    <a:pt x="4460" y="2813"/>
                    <a:pt x="4086" y="1946"/>
                  </a:cubicBezTo>
                  <a:cubicBezTo>
                    <a:pt x="3681" y="1005"/>
                    <a:pt x="2526" y="136"/>
                    <a:pt x="1503" y="17"/>
                  </a:cubicBezTo>
                  <a:cubicBezTo>
                    <a:pt x="1415" y="6"/>
                    <a:pt x="1331" y="0"/>
                    <a:pt x="12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31"/>
            <p:cNvSpPr/>
            <p:nvPr/>
          </p:nvSpPr>
          <p:spPr>
            <a:xfrm>
              <a:off x="5161475" y="2423513"/>
              <a:ext cx="489075" cy="88375"/>
            </a:xfrm>
            <a:custGeom>
              <a:avLst/>
              <a:gdLst/>
              <a:ahLst/>
              <a:cxnLst/>
              <a:rect l="l" t="t" r="r" b="b"/>
              <a:pathLst>
                <a:path w="19563" h="3535" extrusionOk="0">
                  <a:moveTo>
                    <a:pt x="263" y="0"/>
                  </a:moveTo>
                  <a:cubicBezTo>
                    <a:pt x="1" y="1024"/>
                    <a:pt x="525" y="1810"/>
                    <a:pt x="1715" y="1965"/>
                  </a:cubicBezTo>
                  <a:lnTo>
                    <a:pt x="14562" y="3512"/>
                  </a:lnTo>
                  <a:cubicBezTo>
                    <a:pt x="14688" y="3527"/>
                    <a:pt x="14817" y="3534"/>
                    <a:pt x="14950" y="3534"/>
                  </a:cubicBezTo>
                  <a:cubicBezTo>
                    <a:pt x="16511" y="3534"/>
                    <a:pt x="18485" y="2526"/>
                    <a:pt x="19527" y="1143"/>
                  </a:cubicBezTo>
                  <a:lnTo>
                    <a:pt x="19563" y="1083"/>
                  </a:lnTo>
                  <a:lnTo>
                    <a:pt x="19563" y="1083"/>
                  </a:lnTo>
                  <a:cubicBezTo>
                    <a:pt x="18467" y="2310"/>
                    <a:pt x="16678" y="3180"/>
                    <a:pt x="15216" y="3180"/>
                  </a:cubicBezTo>
                  <a:cubicBezTo>
                    <a:pt x="15074" y="3180"/>
                    <a:pt x="14935" y="3172"/>
                    <a:pt x="14800" y="3155"/>
                  </a:cubicBezTo>
                  <a:lnTo>
                    <a:pt x="1799" y="1595"/>
                  </a:lnTo>
                  <a:cubicBezTo>
                    <a:pt x="751" y="1464"/>
                    <a:pt x="215" y="833"/>
                    <a:pt x="2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31"/>
            <p:cNvSpPr/>
            <p:nvPr/>
          </p:nvSpPr>
          <p:spPr>
            <a:xfrm>
              <a:off x="5614525" y="2468738"/>
              <a:ext cx="195875" cy="440400"/>
            </a:xfrm>
            <a:custGeom>
              <a:avLst/>
              <a:gdLst/>
              <a:ahLst/>
              <a:cxnLst/>
              <a:rect l="l" t="t" r="r" b="b"/>
              <a:pathLst>
                <a:path w="7835" h="17616" extrusionOk="0">
                  <a:moveTo>
                    <a:pt x="917" y="1"/>
                  </a:moveTo>
                  <a:lnTo>
                    <a:pt x="917" y="1"/>
                  </a:lnTo>
                  <a:cubicBezTo>
                    <a:pt x="119" y="1346"/>
                    <a:pt x="0" y="3561"/>
                    <a:pt x="679" y="5168"/>
                  </a:cubicBezTo>
                  <a:lnTo>
                    <a:pt x="5334" y="16062"/>
                  </a:lnTo>
                  <a:cubicBezTo>
                    <a:pt x="5769" y="17081"/>
                    <a:pt x="6434" y="17615"/>
                    <a:pt x="7104" y="17615"/>
                  </a:cubicBezTo>
                  <a:cubicBezTo>
                    <a:pt x="7350" y="17615"/>
                    <a:pt x="7598" y="17543"/>
                    <a:pt x="7835" y="17396"/>
                  </a:cubicBezTo>
                  <a:lnTo>
                    <a:pt x="7835" y="17396"/>
                  </a:lnTo>
                  <a:cubicBezTo>
                    <a:pt x="7736" y="17418"/>
                    <a:pt x="7637" y="17429"/>
                    <a:pt x="7538" y="17429"/>
                  </a:cubicBezTo>
                  <a:cubicBezTo>
                    <a:pt x="6850" y="17429"/>
                    <a:pt x="6175" y="16888"/>
                    <a:pt x="5727" y="15836"/>
                  </a:cubicBezTo>
                  <a:lnTo>
                    <a:pt x="965" y="4692"/>
                  </a:lnTo>
                  <a:cubicBezTo>
                    <a:pt x="357" y="3275"/>
                    <a:pt x="369" y="1382"/>
                    <a:pt x="917" y="1"/>
                  </a:cubicBezTo>
                  <a:close/>
                </a:path>
              </a:pathLst>
            </a:custGeom>
            <a:solidFill>
              <a:srgbClr val="FDAB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3" name="Google Shape;483;p31"/>
          <p:cNvGrpSpPr/>
          <p:nvPr/>
        </p:nvGrpSpPr>
        <p:grpSpPr>
          <a:xfrm>
            <a:off x="2969973" y="1316879"/>
            <a:ext cx="1570317" cy="1458526"/>
            <a:chOff x="3093375" y="1649338"/>
            <a:chExt cx="1449300" cy="1346125"/>
          </a:xfrm>
        </p:grpSpPr>
        <p:sp>
          <p:nvSpPr>
            <p:cNvPr id="484" name="Google Shape;484;p31"/>
            <p:cNvSpPr/>
            <p:nvPr/>
          </p:nvSpPr>
          <p:spPr>
            <a:xfrm>
              <a:off x="3093375" y="1649338"/>
              <a:ext cx="1449300" cy="1345725"/>
            </a:xfrm>
            <a:custGeom>
              <a:avLst/>
              <a:gdLst/>
              <a:ahLst/>
              <a:cxnLst/>
              <a:rect l="l" t="t" r="r" b="b"/>
              <a:pathLst>
                <a:path w="57972" h="53829" extrusionOk="0">
                  <a:moveTo>
                    <a:pt x="36674" y="1"/>
                  </a:moveTo>
                  <a:cubicBezTo>
                    <a:pt x="36338" y="1"/>
                    <a:pt x="35999" y="20"/>
                    <a:pt x="35660" y="58"/>
                  </a:cubicBezTo>
                  <a:lnTo>
                    <a:pt x="16133" y="2344"/>
                  </a:lnTo>
                  <a:cubicBezTo>
                    <a:pt x="13002" y="2714"/>
                    <a:pt x="10287" y="4738"/>
                    <a:pt x="9037" y="7643"/>
                  </a:cubicBezTo>
                  <a:lnTo>
                    <a:pt x="1262" y="25657"/>
                  </a:lnTo>
                  <a:cubicBezTo>
                    <a:pt x="0" y="28574"/>
                    <a:pt x="405" y="31943"/>
                    <a:pt x="2310" y="34479"/>
                  </a:cubicBezTo>
                  <a:lnTo>
                    <a:pt x="14181" y="50291"/>
                  </a:lnTo>
                  <a:cubicBezTo>
                    <a:pt x="15865" y="52526"/>
                    <a:pt x="18501" y="53828"/>
                    <a:pt x="21259" y="53828"/>
                  </a:cubicBezTo>
                  <a:cubicBezTo>
                    <a:pt x="21601" y="53828"/>
                    <a:pt x="21945" y="53808"/>
                    <a:pt x="22289" y="53767"/>
                  </a:cubicBezTo>
                  <a:lnTo>
                    <a:pt x="41887" y="51470"/>
                  </a:lnTo>
                  <a:cubicBezTo>
                    <a:pt x="45030" y="51100"/>
                    <a:pt x="47744" y="49088"/>
                    <a:pt x="48995" y="46183"/>
                  </a:cubicBezTo>
                  <a:lnTo>
                    <a:pt x="56722" y="28264"/>
                  </a:lnTo>
                  <a:cubicBezTo>
                    <a:pt x="57972" y="25347"/>
                    <a:pt x="57579" y="21990"/>
                    <a:pt x="55674" y="19454"/>
                  </a:cubicBezTo>
                  <a:lnTo>
                    <a:pt x="43780" y="3559"/>
                  </a:lnTo>
                  <a:cubicBezTo>
                    <a:pt x="42091" y="1297"/>
                    <a:pt x="39455" y="1"/>
                    <a:pt x="3667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31"/>
            <p:cNvSpPr/>
            <p:nvPr/>
          </p:nvSpPr>
          <p:spPr>
            <a:xfrm>
              <a:off x="3098125" y="1785538"/>
              <a:ext cx="696550" cy="1163225"/>
            </a:xfrm>
            <a:custGeom>
              <a:avLst/>
              <a:gdLst/>
              <a:ahLst/>
              <a:cxnLst/>
              <a:rect l="l" t="t" r="r" b="b"/>
              <a:pathLst>
                <a:path w="27862" h="46529" extrusionOk="0">
                  <a:moveTo>
                    <a:pt x="11550" y="1"/>
                  </a:moveTo>
                  <a:cubicBezTo>
                    <a:pt x="10479" y="1"/>
                    <a:pt x="9419" y="857"/>
                    <a:pt x="8716" y="2480"/>
                  </a:cubicBezTo>
                  <a:lnTo>
                    <a:pt x="1191" y="19935"/>
                  </a:lnTo>
                  <a:cubicBezTo>
                    <a:pt x="1" y="22685"/>
                    <a:pt x="298" y="26614"/>
                    <a:pt x="1846" y="28698"/>
                  </a:cubicBezTo>
                  <a:lnTo>
                    <a:pt x="14181" y="45260"/>
                  </a:lnTo>
                  <a:cubicBezTo>
                    <a:pt x="14821" y="46115"/>
                    <a:pt x="15572" y="46528"/>
                    <a:pt x="16316" y="46528"/>
                  </a:cubicBezTo>
                  <a:cubicBezTo>
                    <a:pt x="17386" y="46528"/>
                    <a:pt x="18444" y="45674"/>
                    <a:pt x="19146" y="44045"/>
                  </a:cubicBezTo>
                  <a:lnTo>
                    <a:pt x="26671" y="26591"/>
                  </a:lnTo>
                  <a:cubicBezTo>
                    <a:pt x="27861" y="23840"/>
                    <a:pt x="27564" y="19911"/>
                    <a:pt x="26016" y="17828"/>
                  </a:cubicBezTo>
                  <a:lnTo>
                    <a:pt x="13681" y="1266"/>
                  </a:lnTo>
                  <a:cubicBezTo>
                    <a:pt x="13042" y="413"/>
                    <a:pt x="12294" y="1"/>
                    <a:pt x="11550" y="1"/>
                  </a:cubicBezTo>
                  <a:close/>
                </a:path>
              </a:pathLst>
            </a:custGeom>
            <a:solidFill>
              <a:srgbClr val="3B0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1"/>
            <p:cNvSpPr/>
            <p:nvPr/>
          </p:nvSpPr>
          <p:spPr>
            <a:xfrm>
              <a:off x="3401150" y="1650588"/>
              <a:ext cx="1127850" cy="660825"/>
            </a:xfrm>
            <a:custGeom>
              <a:avLst/>
              <a:gdLst/>
              <a:ahLst/>
              <a:cxnLst/>
              <a:rect l="l" t="t" r="r" b="b"/>
              <a:pathLst>
                <a:path w="45114" h="26433" extrusionOk="0">
                  <a:moveTo>
                    <a:pt x="23967" y="1"/>
                  </a:moveTo>
                  <a:cubicBezTo>
                    <a:pt x="23644" y="1"/>
                    <a:pt x="23326" y="19"/>
                    <a:pt x="23015" y="56"/>
                  </a:cubicBezTo>
                  <a:lnTo>
                    <a:pt x="4144" y="2259"/>
                  </a:lnTo>
                  <a:cubicBezTo>
                    <a:pt x="1155" y="2616"/>
                    <a:pt x="0" y="4580"/>
                    <a:pt x="1560" y="6676"/>
                  </a:cubicBezTo>
                  <a:lnTo>
                    <a:pt x="13883" y="23226"/>
                  </a:lnTo>
                  <a:cubicBezTo>
                    <a:pt x="15284" y="25108"/>
                    <a:pt x="18395" y="26433"/>
                    <a:pt x="21171" y="26433"/>
                  </a:cubicBezTo>
                  <a:cubicBezTo>
                    <a:pt x="21485" y="26433"/>
                    <a:pt x="21795" y="26416"/>
                    <a:pt x="22098" y="26381"/>
                  </a:cubicBezTo>
                  <a:lnTo>
                    <a:pt x="40970" y="24166"/>
                  </a:lnTo>
                  <a:cubicBezTo>
                    <a:pt x="43958" y="23821"/>
                    <a:pt x="45113" y="21844"/>
                    <a:pt x="43565" y="19761"/>
                  </a:cubicBezTo>
                  <a:lnTo>
                    <a:pt x="31230" y="3199"/>
                  </a:lnTo>
                  <a:cubicBezTo>
                    <a:pt x="29833" y="1333"/>
                    <a:pt x="26744" y="1"/>
                    <a:pt x="23967" y="1"/>
                  </a:cubicBezTo>
                  <a:close/>
                </a:path>
              </a:pathLst>
            </a:custGeom>
            <a:solidFill>
              <a:srgbClr val="7422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1"/>
            <p:cNvSpPr/>
            <p:nvPr/>
          </p:nvSpPr>
          <p:spPr>
            <a:xfrm>
              <a:off x="3507400" y="1764838"/>
              <a:ext cx="190225" cy="121075"/>
            </a:xfrm>
            <a:custGeom>
              <a:avLst/>
              <a:gdLst/>
              <a:ahLst/>
              <a:cxnLst/>
              <a:rect l="l" t="t" r="r" b="b"/>
              <a:pathLst>
                <a:path w="7609" h="4843" extrusionOk="0">
                  <a:moveTo>
                    <a:pt x="2464" y="0"/>
                  </a:moveTo>
                  <a:cubicBezTo>
                    <a:pt x="1497" y="0"/>
                    <a:pt x="729" y="338"/>
                    <a:pt x="453" y="975"/>
                  </a:cubicBezTo>
                  <a:cubicBezTo>
                    <a:pt x="1" y="2034"/>
                    <a:pt x="1132" y="3558"/>
                    <a:pt x="2977" y="4356"/>
                  </a:cubicBezTo>
                  <a:cubicBezTo>
                    <a:pt x="3732" y="4685"/>
                    <a:pt x="4487" y="4843"/>
                    <a:pt x="5150" y="4843"/>
                  </a:cubicBezTo>
                  <a:cubicBezTo>
                    <a:pt x="6119" y="4843"/>
                    <a:pt x="6888" y="4505"/>
                    <a:pt x="7157" y="3868"/>
                  </a:cubicBezTo>
                  <a:cubicBezTo>
                    <a:pt x="7609" y="2796"/>
                    <a:pt x="6478" y="1284"/>
                    <a:pt x="4632" y="487"/>
                  </a:cubicBezTo>
                  <a:cubicBezTo>
                    <a:pt x="3878" y="158"/>
                    <a:pt x="3124" y="0"/>
                    <a:pt x="246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31"/>
            <p:cNvSpPr/>
            <p:nvPr/>
          </p:nvSpPr>
          <p:spPr>
            <a:xfrm>
              <a:off x="4234575" y="2078088"/>
              <a:ext cx="190225" cy="121125"/>
            </a:xfrm>
            <a:custGeom>
              <a:avLst/>
              <a:gdLst/>
              <a:ahLst/>
              <a:cxnLst/>
              <a:rect l="l" t="t" r="r" b="b"/>
              <a:pathLst>
                <a:path w="7609" h="4845" extrusionOk="0">
                  <a:moveTo>
                    <a:pt x="2454" y="1"/>
                  </a:moveTo>
                  <a:cubicBezTo>
                    <a:pt x="1489" y="1"/>
                    <a:pt x="722" y="335"/>
                    <a:pt x="453" y="970"/>
                  </a:cubicBezTo>
                  <a:cubicBezTo>
                    <a:pt x="1" y="2042"/>
                    <a:pt x="1132" y="3566"/>
                    <a:pt x="2977" y="4363"/>
                  </a:cubicBezTo>
                  <a:cubicBezTo>
                    <a:pt x="3728" y="4688"/>
                    <a:pt x="4483" y="4845"/>
                    <a:pt x="5144" y="4845"/>
                  </a:cubicBezTo>
                  <a:cubicBezTo>
                    <a:pt x="6109" y="4845"/>
                    <a:pt x="6876" y="4511"/>
                    <a:pt x="7145" y="3875"/>
                  </a:cubicBezTo>
                  <a:cubicBezTo>
                    <a:pt x="7609" y="2804"/>
                    <a:pt x="6478" y="1292"/>
                    <a:pt x="4621" y="482"/>
                  </a:cubicBezTo>
                  <a:cubicBezTo>
                    <a:pt x="3870" y="158"/>
                    <a:pt x="3115" y="1"/>
                    <a:pt x="24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31"/>
            <p:cNvSpPr/>
            <p:nvPr/>
          </p:nvSpPr>
          <p:spPr>
            <a:xfrm>
              <a:off x="3962225" y="1711838"/>
              <a:ext cx="190225" cy="120975"/>
            </a:xfrm>
            <a:custGeom>
              <a:avLst/>
              <a:gdLst/>
              <a:ahLst/>
              <a:cxnLst/>
              <a:rect l="l" t="t" r="r" b="b"/>
              <a:pathLst>
                <a:path w="7609" h="4839" extrusionOk="0">
                  <a:moveTo>
                    <a:pt x="2463" y="1"/>
                  </a:moveTo>
                  <a:cubicBezTo>
                    <a:pt x="1496" y="1"/>
                    <a:pt x="729" y="339"/>
                    <a:pt x="453" y="976"/>
                  </a:cubicBezTo>
                  <a:cubicBezTo>
                    <a:pt x="1" y="2035"/>
                    <a:pt x="1132" y="3559"/>
                    <a:pt x="2977" y="4357"/>
                  </a:cubicBezTo>
                  <a:cubicBezTo>
                    <a:pt x="3733" y="4681"/>
                    <a:pt x="4490" y="4838"/>
                    <a:pt x="5154" y="4838"/>
                  </a:cubicBezTo>
                  <a:cubicBezTo>
                    <a:pt x="6121" y="4838"/>
                    <a:pt x="6888" y="4504"/>
                    <a:pt x="7156" y="3869"/>
                  </a:cubicBezTo>
                  <a:cubicBezTo>
                    <a:pt x="7609" y="2797"/>
                    <a:pt x="6478" y="1285"/>
                    <a:pt x="4632" y="487"/>
                  </a:cubicBezTo>
                  <a:cubicBezTo>
                    <a:pt x="3878" y="159"/>
                    <a:pt x="3124" y="1"/>
                    <a:pt x="24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31"/>
            <p:cNvSpPr/>
            <p:nvPr/>
          </p:nvSpPr>
          <p:spPr>
            <a:xfrm>
              <a:off x="3779475" y="2129263"/>
              <a:ext cx="190225" cy="120575"/>
            </a:xfrm>
            <a:custGeom>
              <a:avLst/>
              <a:gdLst/>
              <a:ahLst/>
              <a:cxnLst/>
              <a:rect l="l" t="t" r="r" b="b"/>
              <a:pathLst>
                <a:path w="7609" h="4823" extrusionOk="0">
                  <a:moveTo>
                    <a:pt x="2480" y="0"/>
                  </a:moveTo>
                  <a:cubicBezTo>
                    <a:pt x="1509" y="0"/>
                    <a:pt x="729" y="321"/>
                    <a:pt x="465" y="947"/>
                  </a:cubicBezTo>
                  <a:cubicBezTo>
                    <a:pt x="0" y="2019"/>
                    <a:pt x="1131" y="3531"/>
                    <a:pt x="2989" y="4341"/>
                  </a:cubicBezTo>
                  <a:cubicBezTo>
                    <a:pt x="3739" y="4665"/>
                    <a:pt x="4494" y="4822"/>
                    <a:pt x="5156" y="4822"/>
                  </a:cubicBezTo>
                  <a:cubicBezTo>
                    <a:pt x="6120" y="4822"/>
                    <a:pt x="6887" y="4488"/>
                    <a:pt x="7156" y="3852"/>
                  </a:cubicBezTo>
                  <a:cubicBezTo>
                    <a:pt x="7608" y="2781"/>
                    <a:pt x="6584" y="1304"/>
                    <a:pt x="4727" y="495"/>
                  </a:cubicBezTo>
                  <a:cubicBezTo>
                    <a:pt x="3959" y="163"/>
                    <a:pt x="3171" y="0"/>
                    <a:pt x="24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1"/>
            <p:cNvSpPr/>
            <p:nvPr/>
          </p:nvSpPr>
          <p:spPr>
            <a:xfrm>
              <a:off x="3973300" y="2564038"/>
              <a:ext cx="178475" cy="137450"/>
            </a:xfrm>
            <a:custGeom>
              <a:avLst/>
              <a:gdLst/>
              <a:ahLst/>
              <a:cxnLst/>
              <a:rect l="l" t="t" r="r" b="b"/>
              <a:pathLst>
                <a:path w="7139" h="5498" extrusionOk="0">
                  <a:moveTo>
                    <a:pt x="5106" y="0"/>
                  </a:moveTo>
                  <a:cubicBezTo>
                    <a:pt x="4989" y="0"/>
                    <a:pt x="4865" y="8"/>
                    <a:pt x="4737" y="23"/>
                  </a:cubicBezTo>
                  <a:cubicBezTo>
                    <a:pt x="3106" y="213"/>
                    <a:pt x="1248" y="1594"/>
                    <a:pt x="594" y="3094"/>
                  </a:cubicBezTo>
                  <a:cubicBezTo>
                    <a:pt x="1" y="4488"/>
                    <a:pt x="632" y="5498"/>
                    <a:pt x="2022" y="5498"/>
                  </a:cubicBezTo>
                  <a:cubicBezTo>
                    <a:pt x="2140" y="5498"/>
                    <a:pt x="2263" y="5490"/>
                    <a:pt x="2391" y="5476"/>
                  </a:cubicBezTo>
                  <a:cubicBezTo>
                    <a:pt x="4368" y="5249"/>
                    <a:pt x="5820" y="4059"/>
                    <a:pt x="6535" y="2404"/>
                  </a:cubicBezTo>
                  <a:cubicBezTo>
                    <a:pt x="7138" y="1010"/>
                    <a:pt x="6498" y="0"/>
                    <a:pt x="51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1"/>
            <p:cNvSpPr/>
            <p:nvPr/>
          </p:nvSpPr>
          <p:spPr>
            <a:xfrm>
              <a:off x="3371675" y="2270388"/>
              <a:ext cx="121775" cy="181675"/>
            </a:xfrm>
            <a:custGeom>
              <a:avLst/>
              <a:gdLst/>
              <a:ahLst/>
              <a:cxnLst/>
              <a:rect l="l" t="t" r="r" b="b"/>
              <a:pathLst>
                <a:path w="4871" h="7267" extrusionOk="0">
                  <a:moveTo>
                    <a:pt x="2144" y="1"/>
                  </a:moveTo>
                  <a:cubicBezTo>
                    <a:pt x="1555" y="1"/>
                    <a:pt x="1004" y="419"/>
                    <a:pt x="656" y="1232"/>
                  </a:cubicBezTo>
                  <a:cubicBezTo>
                    <a:pt x="1" y="2744"/>
                    <a:pt x="275" y="5042"/>
                    <a:pt x="1263" y="6363"/>
                  </a:cubicBezTo>
                  <a:cubicBezTo>
                    <a:pt x="1715" y="6968"/>
                    <a:pt x="2238" y="7267"/>
                    <a:pt x="2734" y="7267"/>
                  </a:cubicBezTo>
                  <a:cubicBezTo>
                    <a:pt x="3322" y="7267"/>
                    <a:pt x="3872" y="6849"/>
                    <a:pt x="4227" y="6030"/>
                  </a:cubicBezTo>
                  <a:cubicBezTo>
                    <a:pt x="4870" y="4530"/>
                    <a:pt x="4596" y="2232"/>
                    <a:pt x="3620" y="910"/>
                  </a:cubicBezTo>
                  <a:cubicBezTo>
                    <a:pt x="3167" y="299"/>
                    <a:pt x="2642" y="1"/>
                    <a:pt x="21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1"/>
            <p:cNvSpPr/>
            <p:nvPr/>
          </p:nvSpPr>
          <p:spPr>
            <a:xfrm>
              <a:off x="3416625" y="2604063"/>
              <a:ext cx="121775" cy="181575"/>
            </a:xfrm>
            <a:custGeom>
              <a:avLst/>
              <a:gdLst/>
              <a:ahLst/>
              <a:cxnLst/>
              <a:rect l="l" t="t" r="r" b="b"/>
              <a:pathLst>
                <a:path w="4871" h="7263" extrusionOk="0">
                  <a:moveTo>
                    <a:pt x="2136" y="1"/>
                  </a:moveTo>
                  <a:cubicBezTo>
                    <a:pt x="1549" y="1"/>
                    <a:pt x="998" y="418"/>
                    <a:pt x="643" y="1231"/>
                  </a:cubicBezTo>
                  <a:cubicBezTo>
                    <a:pt x="1" y="2744"/>
                    <a:pt x="274" y="5030"/>
                    <a:pt x="1251" y="6363"/>
                  </a:cubicBezTo>
                  <a:cubicBezTo>
                    <a:pt x="1702" y="6967"/>
                    <a:pt x="2226" y="7262"/>
                    <a:pt x="2722" y="7262"/>
                  </a:cubicBezTo>
                  <a:cubicBezTo>
                    <a:pt x="3313" y="7262"/>
                    <a:pt x="3866" y="6844"/>
                    <a:pt x="4215" y="6030"/>
                  </a:cubicBezTo>
                  <a:cubicBezTo>
                    <a:pt x="4870" y="4518"/>
                    <a:pt x="4596" y="2232"/>
                    <a:pt x="3608" y="910"/>
                  </a:cubicBezTo>
                  <a:cubicBezTo>
                    <a:pt x="3155" y="299"/>
                    <a:pt x="2633" y="1"/>
                    <a:pt x="21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Google Shape;494;p31"/>
            <p:cNvSpPr/>
            <p:nvPr/>
          </p:nvSpPr>
          <p:spPr>
            <a:xfrm>
              <a:off x="3335675" y="1939988"/>
              <a:ext cx="121750" cy="181575"/>
            </a:xfrm>
            <a:custGeom>
              <a:avLst/>
              <a:gdLst/>
              <a:ahLst/>
              <a:cxnLst/>
              <a:rect l="l" t="t" r="r" b="b"/>
              <a:pathLst>
                <a:path w="4870" h="7263" extrusionOk="0">
                  <a:moveTo>
                    <a:pt x="2142" y="1"/>
                  </a:moveTo>
                  <a:cubicBezTo>
                    <a:pt x="1555" y="1"/>
                    <a:pt x="1003" y="419"/>
                    <a:pt x="655" y="1232"/>
                  </a:cubicBezTo>
                  <a:cubicBezTo>
                    <a:pt x="0" y="2744"/>
                    <a:pt x="274" y="5042"/>
                    <a:pt x="1262" y="6363"/>
                  </a:cubicBezTo>
                  <a:cubicBezTo>
                    <a:pt x="1714" y="6967"/>
                    <a:pt x="2235" y="7263"/>
                    <a:pt x="2729" y="7263"/>
                  </a:cubicBezTo>
                  <a:cubicBezTo>
                    <a:pt x="3316" y="7263"/>
                    <a:pt x="3866" y="6845"/>
                    <a:pt x="4215" y="6030"/>
                  </a:cubicBezTo>
                  <a:cubicBezTo>
                    <a:pt x="4870" y="4518"/>
                    <a:pt x="4596" y="2232"/>
                    <a:pt x="3608" y="910"/>
                  </a:cubicBezTo>
                  <a:cubicBezTo>
                    <a:pt x="3160" y="299"/>
                    <a:pt x="2638" y="1"/>
                    <a:pt x="21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31"/>
            <p:cNvSpPr/>
            <p:nvPr/>
          </p:nvSpPr>
          <p:spPr>
            <a:xfrm>
              <a:off x="3411275" y="1721338"/>
              <a:ext cx="545025" cy="590075"/>
            </a:xfrm>
            <a:custGeom>
              <a:avLst/>
              <a:gdLst/>
              <a:ahLst/>
              <a:cxnLst/>
              <a:rect l="l" t="t" r="r" b="b"/>
              <a:pathLst>
                <a:path w="21801" h="23603" extrusionOk="0">
                  <a:moveTo>
                    <a:pt x="1810" y="0"/>
                  </a:moveTo>
                  <a:lnTo>
                    <a:pt x="1810" y="0"/>
                  </a:lnTo>
                  <a:cubicBezTo>
                    <a:pt x="345" y="810"/>
                    <a:pt x="0" y="2298"/>
                    <a:pt x="1155" y="3846"/>
                  </a:cubicBezTo>
                  <a:lnTo>
                    <a:pt x="13478" y="20396"/>
                  </a:lnTo>
                  <a:cubicBezTo>
                    <a:pt x="14879" y="22278"/>
                    <a:pt x="17990" y="23603"/>
                    <a:pt x="20766" y="23603"/>
                  </a:cubicBezTo>
                  <a:cubicBezTo>
                    <a:pt x="21080" y="23603"/>
                    <a:pt x="21390" y="23586"/>
                    <a:pt x="21693" y="23551"/>
                  </a:cubicBezTo>
                  <a:lnTo>
                    <a:pt x="21801" y="23539"/>
                  </a:lnTo>
                  <a:lnTo>
                    <a:pt x="21801" y="23539"/>
                  </a:lnTo>
                  <a:cubicBezTo>
                    <a:pt x="21716" y="23541"/>
                    <a:pt x="21632" y="23542"/>
                    <a:pt x="21547" y="23542"/>
                  </a:cubicBezTo>
                  <a:cubicBezTo>
                    <a:pt x="18728" y="23542"/>
                    <a:pt x="15578" y="22208"/>
                    <a:pt x="14157" y="20300"/>
                  </a:cubicBezTo>
                  <a:lnTo>
                    <a:pt x="1667" y="3536"/>
                  </a:lnTo>
                  <a:cubicBezTo>
                    <a:pt x="655" y="2167"/>
                    <a:pt x="786" y="857"/>
                    <a:pt x="18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1"/>
            <p:cNvSpPr/>
            <p:nvPr/>
          </p:nvSpPr>
          <p:spPr>
            <a:xfrm>
              <a:off x="3553850" y="2314263"/>
              <a:ext cx="367025" cy="678675"/>
            </a:xfrm>
            <a:custGeom>
              <a:avLst/>
              <a:gdLst/>
              <a:ahLst/>
              <a:cxnLst/>
              <a:rect l="l" t="t" r="r" b="b"/>
              <a:pathLst>
                <a:path w="14681" h="27147" extrusionOk="0">
                  <a:moveTo>
                    <a:pt x="14681" y="0"/>
                  </a:moveTo>
                  <a:cubicBezTo>
                    <a:pt x="12240" y="560"/>
                    <a:pt x="9549" y="2858"/>
                    <a:pt x="8442" y="5406"/>
                  </a:cubicBezTo>
                  <a:lnTo>
                    <a:pt x="953" y="22789"/>
                  </a:lnTo>
                  <a:cubicBezTo>
                    <a:pt x="0" y="25015"/>
                    <a:pt x="548" y="26730"/>
                    <a:pt x="2167" y="27147"/>
                  </a:cubicBezTo>
                  <a:cubicBezTo>
                    <a:pt x="1084" y="26444"/>
                    <a:pt x="822" y="24908"/>
                    <a:pt x="1643" y="23003"/>
                  </a:cubicBezTo>
                  <a:lnTo>
                    <a:pt x="9311" y="5215"/>
                  </a:lnTo>
                  <a:cubicBezTo>
                    <a:pt x="10287" y="2953"/>
                    <a:pt x="12490" y="881"/>
                    <a:pt x="14681" y="0"/>
                  </a:cubicBezTo>
                  <a:close/>
                </a:path>
              </a:pathLst>
            </a:custGeom>
            <a:solidFill>
              <a:srgbClr val="8080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1"/>
            <p:cNvSpPr/>
            <p:nvPr/>
          </p:nvSpPr>
          <p:spPr>
            <a:xfrm>
              <a:off x="3550150" y="2251013"/>
              <a:ext cx="986075" cy="744450"/>
            </a:xfrm>
            <a:custGeom>
              <a:avLst/>
              <a:gdLst/>
              <a:ahLst/>
              <a:cxnLst/>
              <a:rect l="l" t="t" r="r" b="b"/>
              <a:pathLst>
                <a:path w="39443" h="29778" extrusionOk="0">
                  <a:moveTo>
                    <a:pt x="36316" y="0"/>
                  </a:moveTo>
                  <a:cubicBezTo>
                    <a:pt x="36157" y="0"/>
                    <a:pt x="35992" y="10"/>
                    <a:pt x="35819" y="30"/>
                  </a:cubicBezTo>
                  <a:lnTo>
                    <a:pt x="15400" y="2423"/>
                  </a:lnTo>
                  <a:cubicBezTo>
                    <a:pt x="12828" y="2721"/>
                    <a:pt x="9780" y="5197"/>
                    <a:pt x="8590" y="7936"/>
                  </a:cubicBezTo>
                  <a:lnTo>
                    <a:pt x="1101" y="25319"/>
                  </a:lnTo>
                  <a:cubicBezTo>
                    <a:pt x="1" y="27885"/>
                    <a:pt x="902" y="29778"/>
                    <a:pt x="3116" y="29778"/>
                  </a:cubicBezTo>
                  <a:cubicBezTo>
                    <a:pt x="3275" y="29778"/>
                    <a:pt x="3441" y="29768"/>
                    <a:pt x="3613" y="29748"/>
                  </a:cubicBezTo>
                  <a:lnTo>
                    <a:pt x="24044" y="27355"/>
                  </a:lnTo>
                  <a:cubicBezTo>
                    <a:pt x="26616" y="27057"/>
                    <a:pt x="29664" y="24581"/>
                    <a:pt x="30843" y="21842"/>
                  </a:cubicBezTo>
                  <a:lnTo>
                    <a:pt x="38332" y="4459"/>
                  </a:lnTo>
                  <a:cubicBezTo>
                    <a:pt x="39443" y="1893"/>
                    <a:pt x="38532" y="0"/>
                    <a:pt x="363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8" name="Google Shape;498;p31"/>
          <p:cNvSpPr/>
          <p:nvPr/>
        </p:nvSpPr>
        <p:spPr>
          <a:xfrm rot="1048097">
            <a:off x="3978288" y="2256006"/>
            <a:ext cx="148997" cy="219676"/>
          </a:xfrm>
          <a:custGeom>
            <a:avLst/>
            <a:gdLst/>
            <a:ahLst/>
            <a:cxnLst/>
            <a:rect l="l" t="t" r="r" b="b"/>
            <a:pathLst>
              <a:path w="3084" h="4547" extrusionOk="0">
                <a:moveTo>
                  <a:pt x="1713" y="0"/>
                </a:moveTo>
                <a:cubicBezTo>
                  <a:pt x="1405" y="0"/>
                  <a:pt x="1080" y="184"/>
                  <a:pt x="798" y="559"/>
                </a:cubicBezTo>
                <a:cubicBezTo>
                  <a:pt x="167" y="1393"/>
                  <a:pt x="0" y="2821"/>
                  <a:pt x="405" y="3774"/>
                </a:cubicBezTo>
                <a:cubicBezTo>
                  <a:pt x="619" y="4285"/>
                  <a:pt x="963" y="4547"/>
                  <a:pt x="1332" y="4547"/>
                </a:cubicBezTo>
                <a:cubicBezTo>
                  <a:pt x="1641" y="4547"/>
                  <a:pt x="1968" y="4363"/>
                  <a:pt x="2251" y="3988"/>
                </a:cubicBezTo>
                <a:cubicBezTo>
                  <a:pt x="3001" y="2988"/>
                  <a:pt x="3084" y="1809"/>
                  <a:pt x="2643" y="774"/>
                </a:cubicBezTo>
                <a:cubicBezTo>
                  <a:pt x="2423" y="262"/>
                  <a:pt x="2080" y="0"/>
                  <a:pt x="17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/>
          <p:nvPr/>
        </p:nvSpPr>
        <p:spPr>
          <a:xfrm rot="1800126">
            <a:off x="5444850" y="1836883"/>
            <a:ext cx="2826420" cy="2447910"/>
          </a:xfrm>
          <a:prstGeom prst="hexagon">
            <a:avLst>
              <a:gd name="adj" fmla="val 29089"/>
              <a:gd name="vf" fmla="val 115470"/>
            </a:avLst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9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lnSpc>
                <a:spcPts val="5468"/>
              </a:lnSpc>
              <a:buNone/>
            </a:pPr>
            <a:r>
              <a:rPr lang="en-US" sz="2800" b="1" dirty="0">
                <a:solidFill>
                  <a:schemeClr val="tx1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Testing and Debugging</a:t>
            </a:r>
            <a:endParaRPr lang="en-US" sz="2800" dirty="0">
              <a:solidFill>
                <a:schemeClr val="tx1"/>
              </a:solidFill>
            </a:endParaRPr>
          </a:p>
        </p:txBody>
      </p:sp>
      <p:grpSp>
        <p:nvGrpSpPr>
          <p:cNvPr id="189" name="Google Shape;189;p29"/>
          <p:cNvGrpSpPr/>
          <p:nvPr/>
        </p:nvGrpSpPr>
        <p:grpSpPr>
          <a:xfrm>
            <a:off x="6341272" y="2455185"/>
            <a:ext cx="1059282" cy="1211237"/>
            <a:chOff x="4055273" y="2292347"/>
            <a:chExt cx="1059282" cy="1211237"/>
          </a:xfrm>
        </p:grpSpPr>
        <p:sp>
          <p:nvSpPr>
            <p:cNvPr id="190" name="Google Shape;190;p29"/>
            <p:cNvSpPr/>
            <p:nvPr/>
          </p:nvSpPr>
          <p:spPr>
            <a:xfrm>
              <a:off x="4055273" y="2603823"/>
              <a:ext cx="529641" cy="899761"/>
            </a:xfrm>
            <a:custGeom>
              <a:avLst/>
              <a:gdLst/>
              <a:ahLst/>
              <a:cxnLst/>
              <a:rect l="l" t="t" r="r" b="b"/>
              <a:pathLst>
                <a:path w="17431" h="29612" extrusionOk="0">
                  <a:moveTo>
                    <a:pt x="0" y="0"/>
                  </a:moveTo>
                  <a:lnTo>
                    <a:pt x="0" y="19503"/>
                  </a:lnTo>
                  <a:lnTo>
                    <a:pt x="17431" y="29611"/>
                  </a:lnTo>
                  <a:lnTo>
                    <a:pt x="17431" y="1010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29"/>
            <p:cNvSpPr/>
            <p:nvPr/>
          </p:nvSpPr>
          <p:spPr>
            <a:xfrm>
              <a:off x="4584884" y="2603823"/>
              <a:ext cx="529671" cy="899761"/>
            </a:xfrm>
            <a:custGeom>
              <a:avLst/>
              <a:gdLst/>
              <a:ahLst/>
              <a:cxnLst/>
              <a:rect l="l" t="t" r="r" b="b"/>
              <a:pathLst>
                <a:path w="17432" h="29612" extrusionOk="0">
                  <a:moveTo>
                    <a:pt x="17432" y="0"/>
                  </a:moveTo>
                  <a:lnTo>
                    <a:pt x="1" y="10109"/>
                  </a:lnTo>
                  <a:lnTo>
                    <a:pt x="1" y="29611"/>
                  </a:lnTo>
                  <a:lnTo>
                    <a:pt x="17432" y="19503"/>
                  </a:lnTo>
                  <a:lnTo>
                    <a:pt x="1743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29"/>
            <p:cNvSpPr/>
            <p:nvPr/>
          </p:nvSpPr>
          <p:spPr>
            <a:xfrm>
              <a:off x="4055273" y="2292347"/>
              <a:ext cx="1059282" cy="618639"/>
            </a:xfrm>
            <a:custGeom>
              <a:avLst/>
              <a:gdLst/>
              <a:ahLst/>
              <a:cxnLst/>
              <a:rect l="l" t="t" r="r" b="b"/>
              <a:pathLst>
                <a:path w="34862" h="20360" extrusionOk="0">
                  <a:moveTo>
                    <a:pt x="17431" y="0"/>
                  </a:moveTo>
                  <a:lnTo>
                    <a:pt x="0" y="10251"/>
                  </a:lnTo>
                  <a:lnTo>
                    <a:pt x="17431" y="20360"/>
                  </a:lnTo>
                  <a:lnTo>
                    <a:pt x="34862" y="10251"/>
                  </a:lnTo>
                  <a:lnTo>
                    <a:pt x="17431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29"/>
            <p:cNvSpPr/>
            <p:nvPr/>
          </p:nvSpPr>
          <p:spPr>
            <a:xfrm>
              <a:off x="4516882" y="2565113"/>
              <a:ext cx="140379" cy="74899"/>
            </a:xfrm>
            <a:custGeom>
              <a:avLst/>
              <a:gdLst/>
              <a:ahLst/>
              <a:cxnLst/>
              <a:rect l="l" t="t" r="r" b="b"/>
              <a:pathLst>
                <a:path w="4620" h="2465" extrusionOk="0">
                  <a:moveTo>
                    <a:pt x="2310" y="0"/>
                  </a:moveTo>
                  <a:cubicBezTo>
                    <a:pt x="1036" y="0"/>
                    <a:pt x="0" y="560"/>
                    <a:pt x="0" y="1239"/>
                  </a:cubicBezTo>
                  <a:cubicBezTo>
                    <a:pt x="0" y="1917"/>
                    <a:pt x="1036" y="2465"/>
                    <a:pt x="2310" y="2465"/>
                  </a:cubicBezTo>
                  <a:cubicBezTo>
                    <a:pt x="3584" y="2465"/>
                    <a:pt x="4620" y="1917"/>
                    <a:pt x="4620" y="1239"/>
                  </a:cubicBezTo>
                  <a:cubicBezTo>
                    <a:pt x="4620" y="560"/>
                    <a:pt x="3584" y="0"/>
                    <a:pt x="23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29"/>
            <p:cNvSpPr/>
            <p:nvPr/>
          </p:nvSpPr>
          <p:spPr>
            <a:xfrm>
              <a:off x="4125797" y="2784888"/>
              <a:ext cx="120142" cy="139710"/>
            </a:xfrm>
            <a:custGeom>
              <a:avLst/>
              <a:gdLst/>
              <a:ahLst/>
              <a:cxnLst/>
              <a:rect l="l" t="t" r="r" b="b"/>
              <a:pathLst>
                <a:path w="3954" h="4598" extrusionOk="0">
                  <a:moveTo>
                    <a:pt x="1067" y="1"/>
                  </a:moveTo>
                  <a:cubicBezTo>
                    <a:pt x="912" y="1"/>
                    <a:pt x="769" y="37"/>
                    <a:pt x="644" y="114"/>
                  </a:cubicBezTo>
                  <a:cubicBezTo>
                    <a:pt x="1" y="506"/>
                    <a:pt x="84" y="1804"/>
                    <a:pt x="822" y="3007"/>
                  </a:cubicBezTo>
                  <a:cubicBezTo>
                    <a:pt x="1415" y="3983"/>
                    <a:pt x="2247" y="4597"/>
                    <a:pt x="2884" y="4597"/>
                  </a:cubicBezTo>
                  <a:cubicBezTo>
                    <a:pt x="3040" y="4597"/>
                    <a:pt x="3184" y="4560"/>
                    <a:pt x="3311" y="4483"/>
                  </a:cubicBezTo>
                  <a:cubicBezTo>
                    <a:pt x="3954" y="4090"/>
                    <a:pt x="3882" y="2792"/>
                    <a:pt x="3144" y="1590"/>
                  </a:cubicBezTo>
                  <a:cubicBezTo>
                    <a:pt x="2550" y="622"/>
                    <a:pt x="1708" y="1"/>
                    <a:pt x="10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29"/>
            <p:cNvSpPr/>
            <p:nvPr/>
          </p:nvSpPr>
          <p:spPr>
            <a:xfrm>
              <a:off x="4366750" y="2927029"/>
              <a:ext cx="120142" cy="139376"/>
            </a:xfrm>
            <a:custGeom>
              <a:avLst/>
              <a:gdLst/>
              <a:ahLst/>
              <a:cxnLst/>
              <a:rect l="l" t="t" r="r" b="b"/>
              <a:pathLst>
                <a:path w="3954" h="4587" extrusionOk="0">
                  <a:moveTo>
                    <a:pt x="1071" y="1"/>
                  </a:moveTo>
                  <a:cubicBezTo>
                    <a:pt x="915" y="1"/>
                    <a:pt x="770" y="37"/>
                    <a:pt x="643" y="115"/>
                  </a:cubicBezTo>
                  <a:cubicBezTo>
                    <a:pt x="0" y="496"/>
                    <a:pt x="84" y="1793"/>
                    <a:pt x="822" y="3008"/>
                  </a:cubicBezTo>
                  <a:cubicBezTo>
                    <a:pt x="1415" y="3974"/>
                    <a:pt x="2254" y="4586"/>
                    <a:pt x="2894" y="4586"/>
                  </a:cubicBezTo>
                  <a:cubicBezTo>
                    <a:pt x="3051" y="4586"/>
                    <a:pt x="3196" y="4550"/>
                    <a:pt x="3322" y="4472"/>
                  </a:cubicBezTo>
                  <a:cubicBezTo>
                    <a:pt x="3953" y="4079"/>
                    <a:pt x="3882" y="2794"/>
                    <a:pt x="3144" y="1579"/>
                  </a:cubicBezTo>
                  <a:cubicBezTo>
                    <a:pt x="2551" y="613"/>
                    <a:pt x="1712" y="1"/>
                    <a:pt x="107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9"/>
            <p:cNvSpPr/>
            <p:nvPr/>
          </p:nvSpPr>
          <p:spPr>
            <a:xfrm>
              <a:off x="4125797" y="3054403"/>
              <a:ext cx="120142" cy="139710"/>
            </a:xfrm>
            <a:custGeom>
              <a:avLst/>
              <a:gdLst/>
              <a:ahLst/>
              <a:cxnLst/>
              <a:rect l="l" t="t" r="r" b="b"/>
              <a:pathLst>
                <a:path w="3954" h="4598" extrusionOk="0">
                  <a:moveTo>
                    <a:pt x="1067" y="1"/>
                  </a:moveTo>
                  <a:cubicBezTo>
                    <a:pt x="912" y="1"/>
                    <a:pt x="769" y="37"/>
                    <a:pt x="644" y="114"/>
                  </a:cubicBezTo>
                  <a:cubicBezTo>
                    <a:pt x="1" y="507"/>
                    <a:pt x="84" y="1804"/>
                    <a:pt x="822" y="3007"/>
                  </a:cubicBezTo>
                  <a:cubicBezTo>
                    <a:pt x="1415" y="3983"/>
                    <a:pt x="2247" y="4597"/>
                    <a:pt x="2884" y="4597"/>
                  </a:cubicBezTo>
                  <a:cubicBezTo>
                    <a:pt x="3040" y="4597"/>
                    <a:pt x="3184" y="4560"/>
                    <a:pt x="3311" y="4483"/>
                  </a:cubicBezTo>
                  <a:cubicBezTo>
                    <a:pt x="3954" y="4090"/>
                    <a:pt x="3882" y="2793"/>
                    <a:pt x="3144" y="1590"/>
                  </a:cubicBezTo>
                  <a:cubicBezTo>
                    <a:pt x="2550" y="622"/>
                    <a:pt x="1708" y="1"/>
                    <a:pt x="10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9"/>
            <p:cNvSpPr/>
            <p:nvPr/>
          </p:nvSpPr>
          <p:spPr>
            <a:xfrm>
              <a:off x="4367114" y="3196544"/>
              <a:ext cx="120142" cy="139376"/>
            </a:xfrm>
            <a:custGeom>
              <a:avLst/>
              <a:gdLst/>
              <a:ahLst/>
              <a:cxnLst/>
              <a:rect l="l" t="t" r="r" b="b"/>
              <a:pathLst>
                <a:path w="3954" h="4587" extrusionOk="0">
                  <a:moveTo>
                    <a:pt x="1059" y="1"/>
                  </a:moveTo>
                  <a:cubicBezTo>
                    <a:pt x="903" y="1"/>
                    <a:pt x="758" y="38"/>
                    <a:pt x="631" y="115"/>
                  </a:cubicBezTo>
                  <a:cubicBezTo>
                    <a:pt x="0" y="496"/>
                    <a:pt x="72" y="1794"/>
                    <a:pt x="810" y="3008"/>
                  </a:cubicBezTo>
                  <a:cubicBezTo>
                    <a:pt x="1403" y="3974"/>
                    <a:pt x="2242" y="4587"/>
                    <a:pt x="2882" y="4587"/>
                  </a:cubicBezTo>
                  <a:cubicBezTo>
                    <a:pt x="3039" y="4587"/>
                    <a:pt x="3184" y="4550"/>
                    <a:pt x="3310" y="4472"/>
                  </a:cubicBezTo>
                  <a:cubicBezTo>
                    <a:pt x="3953" y="4080"/>
                    <a:pt x="3870" y="2794"/>
                    <a:pt x="3132" y="1579"/>
                  </a:cubicBezTo>
                  <a:cubicBezTo>
                    <a:pt x="2539" y="613"/>
                    <a:pt x="1700" y="1"/>
                    <a:pt x="105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9"/>
            <p:cNvSpPr/>
            <p:nvPr/>
          </p:nvSpPr>
          <p:spPr>
            <a:xfrm>
              <a:off x="4929662" y="2779935"/>
              <a:ext cx="126280" cy="146516"/>
            </a:xfrm>
            <a:custGeom>
              <a:avLst/>
              <a:gdLst/>
              <a:ahLst/>
              <a:cxnLst/>
              <a:rect l="l" t="t" r="r" b="b"/>
              <a:pathLst>
                <a:path w="4156" h="4822" extrusionOk="0">
                  <a:moveTo>
                    <a:pt x="3025" y="0"/>
                  </a:moveTo>
                  <a:cubicBezTo>
                    <a:pt x="2353" y="0"/>
                    <a:pt x="1479" y="647"/>
                    <a:pt x="858" y="1670"/>
                  </a:cubicBezTo>
                  <a:cubicBezTo>
                    <a:pt x="84" y="2932"/>
                    <a:pt x="0" y="4289"/>
                    <a:pt x="667" y="4706"/>
                  </a:cubicBezTo>
                  <a:cubicBezTo>
                    <a:pt x="799" y="4784"/>
                    <a:pt x="949" y="4821"/>
                    <a:pt x="1111" y="4821"/>
                  </a:cubicBezTo>
                  <a:cubicBezTo>
                    <a:pt x="1787" y="4821"/>
                    <a:pt x="2674" y="4175"/>
                    <a:pt x="3298" y="3158"/>
                  </a:cubicBezTo>
                  <a:cubicBezTo>
                    <a:pt x="4072" y="1896"/>
                    <a:pt x="4156" y="527"/>
                    <a:pt x="3477" y="122"/>
                  </a:cubicBezTo>
                  <a:cubicBezTo>
                    <a:pt x="3343" y="39"/>
                    <a:pt x="3190" y="0"/>
                    <a:pt x="302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29"/>
            <p:cNvSpPr/>
            <p:nvPr/>
          </p:nvSpPr>
          <p:spPr>
            <a:xfrm>
              <a:off x="4663399" y="3214045"/>
              <a:ext cx="125915" cy="146516"/>
            </a:xfrm>
            <a:custGeom>
              <a:avLst/>
              <a:gdLst/>
              <a:ahLst/>
              <a:cxnLst/>
              <a:rect l="l" t="t" r="r" b="b"/>
              <a:pathLst>
                <a:path w="4144" h="4822" extrusionOk="0">
                  <a:moveTo>
                    <a:pt x="3025" y="1"/>
                  </a:moveTo>
                  <a:cubicBezTo>
                    <a:pt x="2353" y="1"/>
                    <a:pt x="1479" y="648"/>
                    <a:pt x="858" y="1670"/>
                  </a:cubicBezTo>
                  <a:cubicBezTo>
                    <a:pt x="84" y="2932"/>
                    <a:pt x="0" y="4289"/>
                    <a:pt x="667" y="4706"/>
                  </a:cubicBezTo>
                  <a:cubicBezTo>
                    <a:pt x="799" y="4785"/>
                    <a:pt x="948" y="4822"/>
                    <a:pt x="1110" y="4822"/>
                  </a:cubicBezTo>
                  <a:cubicBezTo>
                    <a:pt x="1783" y="4822"/>
                    <a:pt x="2663" y="4176"/>
                    <a:pt x="3287" y="3158"/>
                  </a:cubicBezTo>
                  <a:cubicBezTo>
                    <a:pt x="4060" y="1896"/>
                    <a:pt x="4144" y="527"/>
                    <a:pt x="3477" y="122"/>
                  </a:cubicBezTo>
                  <a:cubicBezTo>
                    <a:pt x="3343" y="40"/>
                    <a:pt x="3190" y="1"/>
                    <a:pt x="302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0" name="Google Shape;200;p29"/>
          <p:cNvGrpSpPr/>
          <p:nvPr/>
        </p:nvGrpSpPr>
        <p:grpSpPr>
          <a:xfrm>
            <a:off x="5296089" y="2015622"/>
            <a:ext cx="819088" cy="936283"/>
            <a:chOff x="3010090" y="1852784"/>
            <a:chExt cx="819088" cy="936283"/>
          </a:xfrm>
        </p:grpSpPr>
        <p:sp>
          <p:nvSpPr>
            <p:cNvPr id="201" name="Google Shape;201;p29"/>
            <p:cNvSpPr/>
            <p:nvPr/>
          </p:nvSpPr>
          <p:spPr>
            <a:xfrm>
              <a:off x="3010090" y="2093737"/>
              <a:ext cx="409559" cy="695330"/>
            </a:xfrm>
            <a:custGeom>
              <a:avLst/>
              <a:gdLst/>
              <a:ahLst/>
              <a:cxnLst/>
              <a:rect l="l" t="t" r="r" b="b"/>
              <a:pathLst>
                <a:path w="13479" h="22884" extrusionOk="0">
                  <a:moveTo>
                    <a:pt x="1" y="0"/>
                  </a:moveTo>
                  <a:lnTo>
                    <a:pt x="1" y="15073"/>
                  </a:lnTo>
                  <a:lnTo>
                    <a:pt x="13479" y="22884"/>
                  </a:lnTo>
                  <a:lnTo>
                    <a:pt x="13479" y="78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DAB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9"/>
            <p:cNvSpPr/>
            <p:nvPr/>
          </p:nvSpPr>
          <p:spPr>
            <a:xfrm>
              <a:off x="3419619" y="2093737"/>
              <a:ext cx="409559" cy="695330"/>
            </a:xfrm>
            <a:custGeom>
              <a:avLst/>
              <a:gdLst/>
              <a:ahLst/>
              <a:cxnLst/>
              <a:rect l="l" t="t" r="r" b="b"/>
              <a:pathLst>
                <a:path w="13479" h="22884" extrusionOk="0">
                  <a:moveTo>
                    <a:pt x="13479" y="0"/>
                  </a:moveTo>
                  <a:lnTo>
                    <a:pt x="1" y="7811"/>
                  </a:lnTo>
                  <a:lnTo>
                    <a:pt x="1" y="22884"/>
                  </a:lnTo>
                  <a:lnTo>
                    <a:pt x="13479" y="15073"/>
                  </a:lnTo>
                  <a:lnTo>
                    <a:pt x="13479" y="0"/>
                  </a:lnTo>
                  <a:close/>
                </a:path>
              </a:pathLst>
            </a:custGeom>
            <a:solidFill>
              <a:srgbClr val="F18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9"/>
            <p:cNvSpPr/>
            <p:nvPr/>
          </p:nvSpPr>
          <p:spPr>
            <a:xfrm>
              <a:off x="3010090" y="1852784"/>
              <a:ext cx="819088" cy="478290"/>
            </a:xfrm>
            <a:custGeom>
              <a:avLst/>
              <a:gdLst/>
              <a:ahLst/>
              <a:cxnLst/>
              <a:rect l="l" t="t" r="r" b="b"/>
              <a:pathLst>
                <a:path w="26957" h="15741" extrusionOk="0">
                  <a:moveTo>
                    <a:pt x="13479" y="0"/>
                  </a:moveTo>
                  <a:lnTo>
                    <a:pt x="1" y="7930"/>
                  </a:lnTo>
                  <a:lnTo>
                    <a:pt x="13479" y="15741"/>
                  </a:lnTo>
                  <a:lnTo>
                    <a:pt x="26957" y="7930"/>
                  </a:lnTo>
                  <a:lnTo>
                    <a:pt x="1347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9"/>
            <p:cNvSpPr/>
            <p:nvPr/>
          </p:nvSpPr>
          <p:spPr>
            <a:xfrm>
              <a:off x="3367174" y="2064051"/>
              <a:ext cx="108566" cy="57549"/>
            </a:xfrm>
            <a:custGeom>
              <a:avLst/>
              <a:gdLst/>
              <a:ahLst/>
              <a:cxnLst/>
              <a:rect l="l" t="t" r="r" b="b"/>
              <a:pathLst>
                <a:path w="3573" h="1894" extrusionOk="0">
                  <a:moveTo>
                    <a:pt x="1786" y="1"/>
                  </a:moveTo>
                  <a:cubicBezTo>
                    <a:pt x="798" y="1"/>
                    <a:pt x="0" y="417"/>
                    <a:pt x="0" y="941"/>
                  </a:cubicBezTo>
                  <a:cubicBezTo>
                    <a:pt x="0" y="1465"/>
                    <a:pt x="798" y="1894"/>
                    <a:pt x="1786" y="1894"/>
                  </a:cubicBezTo>
                  <a:cubicBezTo>
                    <a:pt x="2774" y="1894"/>
                    <a:pt x="3572" y="1465"/>
                    <a:pt x="3572" y="941"/>
                  </a:cubicBezTo>
                  <a:cubicBezTo>
                    <a:pt x="3572" y="417"/>
                    <a:pt x="2774" y="1"/>
                    <a:pt x="17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9"/>
            <p:cNvSpPr/>
            <p:nvPr/>
          </p:nvSpPr>
          <p:spPr>
            <a:xfrm>
              <a:off x="3064722" y="2234055"/>
              <a:ext cx="93008" cy="107928"/>
            </a:xfrm>
            <a:custGeom>
              <a:avLst/>
              <a:gdLst/>
              <a:ahLst/>
              <a:cxnLst/>
              <a:rect l="l" t="t" r="r" b="b"/>
              <a:pathLst>
                <a:path w="3061" h="3552" extrusionOk="0">
                  <a:moveTo>
                    <a:pt x="821" y="0"/>
                  </a:moveTo>
                  <a:cubicBezTo>
                    <a:pt x="703" y="0"/>
                    <a:pt x="595" y="28"/>
                    <a:pt x="501" y="85"/>
                  </a:cubicBezTo>
                  <a:cubicBezTo>
                    <a:pt x="1" y="395"/>
                    <a:pt x="60" y="1395"/>
                    <a:pt x="632" y="2323"/>
                  </a:cubicBezTo>
                  <a:cubicBezTo>
                    <a:pt x="1093" y="3073"/>
                    <a:pt x="1740" y="3551"/>
                    <a:pt x="2236" y="3551"/>
                  </a:cubicBezTo>
                  <a:cubicBezTo>
                    <a:pt x="2354" y="3551"/>
                    <a:pt x="2464" y="3524"/>
                    <a:pt x="2561" y="3466"/>
                  </a:cubicBezTo>
                  <a:cubicBezTo>
                    <a:pt x="3061" y="3157"/>
                    <a:pt x="3001" y="2157"/>
                    <a:pt x="2430" y="1228"/>
                  </a:cubicBezTo>
                  <a:cubicBezTo>
                    <a:pt x="1968" y="478"/>
                    <a:pt x="1313" y="0"/>
                    <a:pt x="8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29"/>
            <p:cNvSpPr/>
            <p:nvPr/>
          </p:nvSpPr>
          <p:spPr>
            <a:xfrm>
              <a:off x="3251043" y="2343653"/>
              <a:ext cx="93008" cy="107928"/>
            </a:xfrm>
            <a:custGeom>
              <a:avLst/>
              <a:gdLst/>
              <a:ahLst/>
              <a:cxnLst/>
              <a:rect l="l" t="t" r="r" b="b"/>
              <a:pathLst>
                <a:path w="3061" h="3552" extrusionOk="0">
                  <a:moveTo>
                    <a:pt x="821" y="1"/>
                  </a:moveTo>
                  <a:cubicBezTo>
                    <a:pt x="703" y="1"/>
                    <a:pt x="595" y="28"/>
                    <a:pt x="500" y="86"/>
                  </a:cubicBezTo>
                  <a:cubicBezTo>
                    <a:pt x="0" y="395"/>
                    <a:pt x="60" y="1395"/>
                    <a:pt x="631" y="2324"/>
                  </a:cubicBezTo>
                  <a:cubicBezTo>
                    <a:pt x="1093" y="3074"/>
                    <a:pt x="1740" y="3552"/>
                    <a:pt x="2236" y="3552"/>
                  </a:cubicBezTo>
                  <a:cubicBezTo>
                    <a:pt x="2354" y="3552"/>
                    <a:pt x="2464" y="3524"/>
                    <a:pt x="2560" y="3467"/>
                  </a:cubicBezTo>
                  <a:cubicBezTo>
                    <a:pt x="3060" y="3157"/>
                    <a:pt x="3001" y="2157"/>
                    <a:pt x="2429" y="1229"/>
                  </a:cubicBezTo>
                  <a:cubicBezTo>
                    <a:pt x="1968" y="479"/>
                    <a:pt x="1313" y="1"/>
                    <a:pt x="8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9"/>
            <p:cNvSpPr/>
            <p:nvPr/>
          </p:nvSpPr>
          <p:spPr>
            <a:xfrm>
              <a:off x="3064722" y="2442405"/>
              <a:ext cx="93008" cy="107745"/>
            </a:xfrm>
            <a:custGeom>
              <a:avLst/>
              <a:gdLst/>
              <a:ahLst/>
              <a:cxnLst/>
              <a:rect l="l" t="t" r="r" b="b"/>
              <a:pathLst>
                <a:path w="3061" h="3546" extrusionOk="0">
                  <a:moveTo>
                    <a:pt x="825" y="0"/>
                  </a:moveTo>
                  <a:cubicBezTo>
                    <a:pt x="706" y="0"/>
                    <a:pt x="596" y="28"/>
                    <a:pt x="501" y="86"/>
                  </a:cubicBezTo>
                  <a:cubicBezTo>
                    <a:pt x="1" y="384"/>
                    <a:pt x="60" y="1396"/>
                    <a:pt x="632" y="2324"/>
                  </a:cubicBezTo>
                  <a:cubicBezTo>
                    <a:pt x="1090" y="3069"/>
                    <a:pt x="1732" y="3546"/>
                    <a:pt x="2226" y="3546"/>
                  </a:cubicBezTo>
                  <a:cubicBezTo>
                    <a:pt x="2348" y="3546"/>
                    <a:pt x="2461" y="3517"/>
                    <a:pt x="2561" y="3455"/>
                  </a:cubicBezTo>
                  <a:cubicBezTo>
                    <a:pt x="3061" y="3158"/>
                    <a:pt x="3001" y="2158"/>
                    <a:pt x="2430" y="1229"/>
                  </a:cubicBezTo>
                  <a:cubicBezTo>
                    <a:pt x="1970" y="472"/>
                    <a:pt x="1317" y="0"/>
                    <a:pt x="8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9"/>
            <p:cNvSpPr/>
            <p:nvPr/>
          </p:nvSpPr>
          <p:spPr>
            <a:xfrm>
              <a:off x="3252501" y="2551152"/>
              <a:ext cx="92644" cy="107897"/>
            </a:xfrm>
            <a:custGeom>
              <a:avLst/>
              <a:gdLst/>
              <a:ahLst/>
              <a:cxnLst/>
              <a:rect l="l" t="t" r="r" b="b"/>
              <a:pathLst>
                <a:path w="3049" h="3551" extrusionOk="0">
                  <a:moveTo>
                    <a:pt x="822" y="0"/>
                  </a:moveTo>
                  <a:cubicBezTo>
                    <a:pt x="700" y="0"/>
                    <a:pt x="587" y="29"/>
                    <a:pt x="488" y="91"/>
                  </a:cubicBezTo>
                  <a:cubicBezTo>
                    <a:pt x="0" y="388"/>
                    <a:pt x="60" y="1389"/>
                    <a:pt x="619" y="2317"/>
                  </a:cubicBezTo>
                  <a:cubicBezTo>
                    <a:pt x="1078" y="3072"/>
                    <a:pt x="1728" y="3551"/>
                    <a:pt x="2219" y="3551"/>
                  </a:cubicBezTo>
                  <a:cubicBezTo>
                    <a:pt x="2340" y="3551"/>
                    <a:pt x="2451" y="3521"/>
                    <a:pt x="2548" y="3460"/>
                  </a:cubicBezTo>
                  <a:cubicBezTo>
                    <a:pt x="3048" y="3163"/>
                    <a:pt x="2989" y="2162"/>
                    <a:pt x="2417" y="1222"/>
                  </a:cubicBezTo>
                  <a:cubicBezTo>
                    <a:pt x="1959" y="477"/>
                    <a:pt x="1317" y="0"/>
                    <a:pt x="8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29"/>
            <p:cNvSpPr/>
            <p:nvPr/>
          </p:nvSpPr>
          <p:spPr>
            <a:xfrm>
              <a:off x="3686247" y="2229436"/>
              <a:ext cx="97354" cy="113336"/>
            </a:xfrm>
            <a:custGeom>
              <a:avLst/>
              <a:gdLst/>
              <a:ahLst/>
              <a:cxnLst/>
              <a:rect l="l" t="t" r="r" b="b"/>
              <a:pathLst>
                <a:path w="3204" h="3730" extrusionOk="0">
                  <a:moveTo>
                    <a:pt x="2343" y="1"/>
                  </a:moveTo>
                  <a:cubicBezTo>
                    <a:pt x="1823" y="1"/>
                    <a:pt x="1143" y="501"/>
                    <a:pt x="655" y="1285"/>
                  </a:cubicBezTo>
                  <a:cubicBezTo>
                    <a:pt x="60" y="2273"/>
                    <a:pt x="1" y="3321"/>
                    <a:pt x="525" y="3642"/>
                  </a:cubicBezTo>
                  <a:cubicBezTo>
                    <a:pt x="623" y="3702"/>
                    <a:pt x="735" y="3730"/>
                    <a:pt x="858" y="3730"/>
                  </a:cubicBezTo>
                  <a:cubicBezTo>
                    <a:pt x="1373" y="3730"/>
                    <a:pt x="2058" y="3229"/>
                    <a:pt x="2549" y="2440"/>
                  </a:cubicBezTo>
                  <a:cubicBezTo>
                    <a:pt x="3144" y="1463"/>
                    <a:pt x="3203" y="416"/>
                    <a:pt x="2691" y="94"/>
                  </a:cubicBezTo>
                  <a:cubicBezTo>
                    <a:pt x="2588" y="31"/>
                    <a:pt x="2470" y="1"/>
                    <a:pt x="23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9"/>
            <p:cNvSpPr/>
            <p:nvPr/>
          </p:nvSpPr>
          <p:spPr>
            <a:xfrm>
              <a:off x="3481118" y="2564583"/>
              <a:ext cx="97718" cy="113366"/>
            </a:xfrm>
            <a:custGeom>
              <a:avLst/>
              <a:gdLst/>
              <a:ahLst/>
              <a:cxnLst/>
              <a:rect l="l" t="t" r="r" b="b"/>
              <a:pathLst>
                <a:path w="3216" h="3731" extrusionOk="0">
                  <a:moveTo>
                    <a:pt x="2349" y="1"/>
                  </a:moveTo>
                  <a:cubicBezTo>
                    <a:pt x="1828" y="1"/>
                    <a:pt x="1147" y="495"/>
                    <a:pt x="668" y="1292"/>
                  </a:cubicBezTo>
                  <a:cubicBezTo>
                    <a:pt x="72" y="2268"/>
                    <a:pt x="1" y="3316"/>
                    <a:pt x="525" y="3637"/>
                  </a:cubicBezTo>
                  <a:cubicBezTo>
                    <a:pt x="628" y="3701"/>
                    <a:pt x="745" y="3731"/>
                    <a:pt x="873" y="3731"/>
                  </a:cubicBezTo>
                  <a:cubicBezTo>
                    <a:pt x="1392" y="3731"/>
                    <a:pt x="2070" y="3229"/>
                    <a:pt x="2549" y="2435"/>
                  </a:cubicBezTo>
                  <a:cubicBezTo>
                    <a:pt x="3156" y="1458"/>
                    <a:pt x="3215" y="411"/>
                    <a:pt x="2692" y="89"/>
                  </a:cubicBezTo>
                  <a:cubicBezTo>
                    <a:pt x="2590" y="29"/>
                    <a:pt x="2474" y="1"/>
                    <a:pt x="234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1" name="Google Shape;211;p29"/>
          <p:cNvGrpSpPr/>
          <p:nvPr/>
        </p:nvGrpSpPr>
        <p:grpSpPr>
          <a:xfrm>
            <a:off x="5296089" y="3169674"/>
            <a:ext cx="819088" cy="936283"/>
            <a:chOff x="3010090" y="3006836"/>
            <a:chExt cx="819088" cy="936283"/>
          </a:xfrm>
        </p:grpSpPr>
        <p:sp>
          <p:nvSpPr>
            <p:cNvPr id="212" name="Google Shape;212;p29"/>
            <p:cNvSpPr/>
            <p:nvPr/>
          </p:nvSpPr>
          <p:spPr>
            <a:xfrm>
              <a:off x="3010090" y="3247425"/>
              <a:ext cx="409559" cy="695695"/>
            </a:xfrm>
            <a:custGeom>
              <a:avLst/>
              <a:gdLst/>
              <a:ahLst/>
              <a:cxnLst/>
              <a:rect l="l" t="t" r="r" b="b"/>
              <a:pathLst>
                <a:path w="13479" h="22896" extrusionOk="0">
                  <a:moveTo>
                    <a:pt x="1" y="0"/>
                  </a:moveTo>
                  <a:lnTo>
                    <a:pt x="1" y="15073"/>
                  </a:lnTo>
                  <a:lnTo>
                    <a:pt x="13479" y="22896"/>
                  </a:lnTo>
                  <a:lnTo>
                    <a:pt x="13479" y="782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DB6E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13;p29"/>
            <p:cNvSpPr/>
            <p:nvPr/>
          </p:nvSpPr>
          <p:spPr>
            <a:xfrm>
              <a:off x="3419619" y="3247425"/>
              <a:ext cx="409559" cy="695695"/>
            </a:xfrm>
            <a:custGeom>
              <a:avLst/>
              <a:gdLst/>
              <a:ahLst/>
              <a:cxnLst/>
              <a:rect l="l" t="t" r="r" b="b"/>
              <a:pathLst>
                <a:path w="13479" h="22896" extrusionOk="0">
                  <a:moveTo>
                    <a:pt x="13479" y="0"/>
                  </a:moveTo>
                  <a:lnTo>
                    <a:pt x="1" y="7823"/>
                  </a:lnTo>
                  <a:lnTo>
                    <a:pt x="1" y="22896"/>
                  </a:lnTo>
                  <a:lnTo>
                    <a:pt x="13479" y="15073"/>
                  </a:lnTo>
                  <a:lnTo>
                    <a:pt x="13479" y="0"/>
                  </a:lnTo>
                  <a:close/>
                </a:path>
              </a:pathLst>
            </a:custGeom>
            <a:solidFill>
              <a:srgbClr val="B52D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14;p29"/>
            <p:cNvSpPr/>
            <p:nvPr/>
          </p:nvSpPr>
          <p:spPr>
            <a:xfrm>
              <a:off x="3010090" y="3006836"/>
              <a:ext cx="819088" cy="478290"/>
            </a:xfrm>
            <a:custGeom>
              <a:avLst/>
              <a:gdLst/>
              <a:ahLst/>
              <a:cxnLst/>
              <a:rect l="l" t="t" r="r" b="b"/>
              <a:pathLst>
                <a:path w="26957" h="15741" extrusionOk="0">
                  <a:moveTo>
                    <a:pt x="13479" y="0"/>
                  </a:moveTo>
                  <a:lnTo>
                    <a:pt x="1" y="7918"/>
                  </a:lnTo>
                  <a:lnTo>
                    <a:pt x="13479" y="15741"/>
                  </a:lnTo>
                  <a:lnTo>
                    <a:pt x="26957" y="7918"/>
                  </a:lnTo>
                  <a:lnTo>
                    <a:pt x="1347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29"/>
            <p:cNvSpPr/>
            <p:nvPr/>
          </p:nvSpPr>
          <p:spPr>
            <a:xfrm>
              <a:off x="3367174" y="3217739"/>
              <a:ext cx="108566" cy="57549"/>
            </a:xfrm>
            <a:custGeom>
              <a:avLst/>
              <a:gdLst/>
              <a:ahLst/>
              <a:cxnLst/>
              <a:rect l="l" t="t" r="r" b="b"/>
              <a:pathLst>
                <a:path w="3573" h="1894" extrusionOk="0">
                  <a:moveTo>
                    <a:pt x="1786" y="1"/>
                  </a:moveTo>
                  <a:cubicBezTo>
                    <a:pt x="798" y="1"/>
                    <a:pt x="0" y="429"/>
                    <a:pt x="0" y="953"/>
                  </a:cubicBezTo>
                  <a:cubicBezTo>
                    <a:pt x="0" y="1477"/>
                    <a:pt x="798" y="1894"/>
                    <a:pt x="1786" y="1894"/>
                  </a:cubicBezTo>
                  <a:cubicBezTo>
                    <a:pt x="2774" y="1894"/>
                    <a:pt x="3572" y="1477"/>
                    <a:pt x="3572" y="953"/>
                  </a:cubicBezTo>
                  <a:cubicBezTo>
                    <a:pt x="3572" y="429"/>
                    <a:pt x="2774" y="1"/>
                    <a:pt x="17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29"/>
            <p:cNvSpPr/>
            <p:nvPr/>
          </p:nvSpPr>
          <p:spPr>
            <a:xfrm>
              <a:off x="3171100" y="3540002"/>
              <a:ext cx="92644" cy="107958"/>
            </a:xfrm>
            <a:custGeom>
              <a:avLst/>
              <a:gdLst/>
              <a:ahLst/>
              <a:cxnLst/>
              <a:rect l="l" t="t" r="r" b="b"/>
              <a:pathLst>
                <a:path w="3049" h="3553" extrusionOk="0">
                  <a:moveTo>
                    <a:pt x="818" y="1"/>
                  </a:moveTo>
                  <a:cubicBezTo>
                    <a:pt x="697" y="1"/>
                    <a:pt x="586" y="29"/>
                    <a:pt x="488" y="87"/>
                  </a:cubicBezTo>
                  <a:cubicBezTo>
                    <a:pt x="0" y="396"/>
                    <a:pt x="60" y="1396"/>
                    <a:pt x="631" y="2325"/>
                  </a:cubicBezTo>
                  <a:cubicBezTo>
                    <a:pt x="1083" y="3075"/>
                    <a:pt x="1736" y="3553"/>
                    <a:pt x="2234" y="3553"/>
                  </a:cubicBezTo>
                  <a:cubicBezTo>
                    <a:pt x="2353" y="3553"/>
                    <a:pt x="2464" y="3525"/>
                    <a:pt x="2560" y="3468"/>
                  </a:cubicBezTo>
                  <a:cubicBezTo>
                    <a:pt x="3048" y="3158"/>
                    <a:pt x="2989" y="2158"/>
                    <a:pt x="2417" y="1230"/>
                  </a:cubicBezTo>
                  <a:cubicBezTo>
                    <a:pt x="1967" y="473"/>
                    <a:pt x="1316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29"/>
            <p:cNvSpPr/>
            <p:nvPr/>
          </p:nvSpPr>
          <p:spPr>
            <a:xfrm>
              <a:off x="3065816" y="3363100"/>
              <a:ext cx="93008" cy="107776"/>
            </a:xfrm>
            <a:custGeom>
              <a:avLst/>
              <a:gdLst/>
              <a:ahLst/>
              <a:cxnLst/>
              <a:rect l="l" t="t" r="r" b="b"/>
              <a:pathLst>
                <a:path w="3061" h="3547" extrusionOk="0">
                  <a:moveTo>
                    <a:pt x="829" y="1"/>
                  </a:moveTo>
                  <a:cubicBezTo>
                    <a:pt x="709" y="1"/>
                    <a:pt x="598" y="28"/>
                    <a:pt x="500" y="86"/>
                  </a:cubicBezTo>
                  <a:cubicBezTo>
                    <a:pt x="0" y="384"/>
                    <a:pt x="60" y="1396"/>
                    <a:pt x="631" y="2325"/>
                  </a:cubicBezTo>
                  <a:cubicBezTo>
                    <a:pt x="1090" y="3070"/>
                    <a:pt x="1739" y="3546"/>
                    <a:pt x="2231" y="3546"/>
                  </a:cubicBezTo>
                  <a:cubicBezTo>
                    <a:pt x="2352" y="3546"/>
                    <a:pt x="2464" y="3517"/>
                    <a:pt x="2560" y="3456"/>
                  </a:cubicBezTo>
                  <a:cubicBezTo>
                    <a:pt x="3060" y="3158"/>
                    <a:pt x="3001" y="2158"/>
                    <a:pt x="2429" y="1229"/>
                  </a:cubicBezTo>
                  <a:cubicBezTo>
                    <a:pt x="1969" y="472"/>
                    <a:pt x="1324" y="1"/>
                    <a:pt x="82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29"/>
            <p:cNvSpPr/>
            <p:nvPr/>
          </p:nvSpPr>
          <p:spPr>
            <a:xfrm>
              <a:off x="3283950" y="3727082"/>
              <a:ext cx="92644" cy="107928"/>
            </a:xfrm>
            <a:custGeom>
              <a:avLst/>
              <a:gdLst/>
              <a:ahLst/>
              <a:cxnLst/>
              <a:rect l="l" t="t" r="r" b="b"/>
              <a:pathLst>
                <a:path w="3049" h="3552" extrusionOk="0">
                  <a:moveTo>
                    <a:pt x="814" y="0"/>
                  </a:moveTo>
                  <a:cubicBezTo>
                    <a:pt x="695" y="0"/>
                    <a:pt x="585" y="28"/>
                    <a:pt x="489" y="85"/>
                  </a:cubicBezTo>
                  <a:cubicBezTo>
                    <a:pt x="1" y="395"/>
                    <a:pt x="60" y="1395"/>
                    <a:pt x="620" y="2323"/>
                  </a:cubicBezTo>
                  <a:cubicBezTo>
                    <a:pt x="1081" y="3073"/>
                    <a:pt x="1737" y="3551"/>
                    <a:pt x="2235" y="3551"/>
                  </a:cubicBezTo>
                  <a:cubicBezTo>
                    <a:pt x="2354" y="3551"/>
                    <a:pt x="2464" y="3524"/>
                    <a:pt x="2561" y="3466"/>
                  </a:cubicBezTo>
                  <a:cubicBezTo>
                    <a:pt x="3049" y="3157"/>
                    <a:pt x="2989" y="2157"/>
                    <a:pt x="2418" y="1228"/>
                  </a:cubicBezTo>
                  <a:cubicBezTo>
                    <a:pt x="1957" y="479"/>
                    <a:pt x="1309" y="0"/>
                    <a:pt x="8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29"/>
            <p:cNvSpPr/>
            <p:nvPr/>
          </p:nvSpPr>
          <p:spPr>
            <a:xfrm>
              <a:off x="3451827" y="3760111"/>
              <a:ext cx="97718" cy="113488"/>
            </a:xfrm>
            <a:custGeom>
              <a:avLst/>
              <a:gdLst/>
              <a:ahLst/>
              <a:cxnLst/>
              <a:rect l="l" t="t" r="r" b="b"/>
              <a:pathLst>
                <a:path w="3216" h="3735" extrusionOk="0">
                  <a:moveTo>
                    <a:pt x="2343" y="0"/>
                  </a:moveTo>
                  <a:cubicBezTo>
                    <a:pt x="1823" y="0"/>
                    <a:pt x="1145" y="502"/>
                    <a:pt x="667" y="1296"/>
                  </a:cubicBezTo>
                  <a:cubicBezTo>
                    <a:pt x="60" y="2272"/>
                    <a:pt x="0" y="3320"/>
                    <a:pt x="524" y="3642"/>
                  </a:cubicBezTo>
                  <a:cubicBezTo>
                    <a:pt x="627" y="3705"/>
                    <a:pt x="745" y="3735"/>
                    <a:pt x="872" y="3735"/>
                  </a:cubicBezTo>
                  <a:cubicBezTo>
                    <a:pt x="1392" y="3735"/>
                    <a:pt x="2070" y="3233"/>
                    <a:pt x="2548" y="2439"/>
                  </a:cubicBezTo>
                  <a:cubicBezTo>
                    <a:pt x="3144" y="1463"/>
                    <a:pt x="3215" y="415"/>
                    <a:pt x="2691" y="93"/>
                  </a:cubicBezTo>
                  <a:cubicBezTo>
                    <a:pt x="2588" y="30"/>
                    <a:pt x="2470" y="0"/>
                    <a:pt x="23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29"/>
            <p:cNvSpPr/>
            <p:nvPr/>
          </p:nvSpPr>
          <p:spPr>
            <a:xfrm>
              <a:off x="3451827" y="3626417"/>
              <a:ext cx="97718" cy="113336"/>
            </a:xfrm>
            <a:custGeom>
              <a:avLst/>
              <a:gdLst/>
              <a:ahLst/>
              <a:cxnLst/>
              <a:rect l="l" t="t" r="r" b="b"/>
              <a:pathLst>
                <a:path w="3216" h="3730" extrusionOk="0">
                  <a:moveTo>
                    <a:pt x="2352" y="1"/>
                  </a:moveTo>
                  <a:cubicBezTo>
                    <a:pt x="1831" y="1"/>
                    <a:pt x="1148" y="502"/>
                    <a:pt x="667" y="1291"/>
                  </a:cubicBezTo>
                  <a:cubicBezTo>
                    <a:pt x="60" y="2267"/>
                    <a:pt x="0" y="3315"/>
                    <a:pt x="524" y="3636"/>
                  </a:cubicBezTo>
                  <a:cubicBezTo>
                    <a:pt x="627" y="3700"/>
                    <a:pt x="745" y="3730"/>
                    <a:pt x="873" y="3730"/>
                  </a:cubicBezTo>
                  <a:cubicBezTo>
                    <a:pt x="1393" y="3730"/>
                    <a:pt x="2070" y="3230"/>
                    <a:pt x="2548" y="2446"/>
                  </a:cubicBezTo>
                  <a:cubicBezTo>
                    <a:pt x="3144" y="1457"/>
                    <a:pt x="3215" y="410"/>
                    <a:pt x="2691" y="88"/>
                  </a:cubicBezTo>
                  <a:cubicBezTo>
                    <a:pt x="2591" y="29"/>
                    <a:pt x="2476" y="1"/>
                    <a:pt x="23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9"/>
            <p:cNvSpPr/>
            <p:nvPr/>
          </p:nvSpPr>
          <p:spPr>
            <a:xfrm>
              <a:off x="3450733" y="3471210"/>
              <a:ext cx="97354" cy="113336"/>
            </a:xfrm>
            <a:custGeom>
              <a:avLst/>
              <a:gdLst/>
              <a:ahLst/>
              <a:cxnLst/>
              <a:rect l="l" t="t" r="r" b="b"/>
              <a:pathLst>
                <a:path w="3204" h="3730" extrusionOk="0">
                  <a:moveTo>
                    <a:pt x="2345" y="1"/>
                  </a:moveTo>
                  <a:cubicBezTo>
                    <a:pt x="1828" y="1"/>
                    <a:pt x="1137" y="502"/>
                    <a:pt x="656" y="1291"/>
                  </a:cubicBezTo>
                  <a:cubicBezTo>
                    <a:pt x="60" y="2267"/>
                    <a:pt x="1" y="3315"/>
                    <a:pt x="513" y="3636"/>
                  </a:cubicBezTo>
                  <a:cubicBezTo>
                    <a:pt x="616" y="3700"/>
                    <a:pt x="734" y="3730"/>
                    <a:pt x="861" y="3730"/>
                  </a:cubicBezTo>
                  <a:cubicBezTo>
                    <a:pt x="1381" y="3730"/>
                    <a:pt x="2061" y="3230"/>
                    <a:pt x="2549" y="2446"/>
                  </a:cubicBezTo>
                  <a:cubicBezTo>
                    <a:pt x="3144" y="1458"/>
                    <a:pt x="3203" y="410"/>
                    <a:pt x="2680" y="88"/>
                  </a:cubicBezTo>
                  <a:cubicBezTo>
                    <a:pt x="2581" y="29"/>
                    <a:pt x="2468" y="1"/>
                    <a:pt x="23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9"/>
            <p:cNvSpPr/>
            <p:nvPr/>
          </p:nvSpPr>
          <p:spPr>
            <a:xfrm>
              <a:off x="3703263" y="3337547"/>
              <a:ext cx="97323" cy="113154"/>
            </a:xfrm>
            <a:custGeom>
              <a:avLst/>
              <a:gdLst/>
              <a:ahLst/>
              <a:cxnLst/>
              <a:rect l="l" t="t" r="r" b="b"/>
              <a:pathLst>
                <a:path w="3203" h="3724" extrusionOk="0">
                  <a:moveTo>
                    <a:pt x="2335" y="1"/>
                  </a:moveTo>
                  <a:cubicBezTo>
                    <a:pt x="1819" y="1"/>
                    <a:pt x="1133" y="501"/>
                    <a:pt x="655" y="1285"/>
                  </a:cubicBezTo>
                  <a:cubicBezTo>
                    <a:pt x="60" y="2261"/>
                    <a:pt x="0" y="3321"/>
                    <a:pt x="512" y="3630"/>
                  </a:cubicBezTo>
                  <a:cubicBezTo>
                    <a:pt x="615" y="3693"/>
                    <a:pt x="733" y="3724"/>
                    <a:pt x="861" y="3724"/>
                  </a:cubicBezTo>
                  <a:cubicBezTo>
                    <a:pt x="1380" y="3724"/>
                    <a:pt x="2058" y="3224"/>
                    <a:pt x="2536" y="2440"/>
                  </a:cubicBezTo>
                  <a:cubicBezTo>
                    <a:pt x="3143" y="1463"/>
                    <a:pt x="3203" y="415"/>
                    <a:pt x="2679" y="94"/>
                  </a:cubicBezTo>
                  <a:cubicBezTo>
                    <a:pt x="2578" y="31"/>
                    <a:pt x="2462" y="1"/>
                    <a:pt x="23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9"/>
            <p:cNvSpPr/>
            <p:nvPr/>
          </p:nvSpPr>
          <p:spPr>
            <a:xfrm>
              <a:off x="3704326" y="3473033"/>
              <a:ext cx="97354" cy="113336"/>
            </a:xfrm>
            <a:custGeom>
              <a:avLst/>
              <a:gdLst/>
              <a:ahLst/>
              <a:cxnLst/>
              <a:rect l="l" t="t" r="r" b="b"/>
              <a:pathLst>
                <a:path w="3204" h="3730" extrusionOk="0">
                  <a:moveTo>
                    <a:pt x="2353" y="0"/>
                  </a:moveTo>
                  <a:cubicBezTo>
                    <a:pt x="1832" y="0"/>
                    <a:pt x="1149" y="502"/>
                    <a:pt x="668" y="1290"/>
                  </a:cubicBezTo>
                  <a:cubicBezTo>
                    <a:pt x="60" y="2267"/>
                    <a:pt x="1" y="3315"/>
                    <a:pt x="525" y="3636"/>
                  </a:cubicBezTo>
                  <a:cubicBezTo>
                    <a:pt x="626" y="3699"/>
                    <a:pt x="742" y="3729"/>
                    <a:pt x="869" y="3729"/>
                  </a:cubicBezTo>
                  <a:cubicBezTo>
                    <a:pt x="1385" y="3729"/>
                    <a:pt x="2071" y="3229"/>
                    <a:pt x="2549" y="2445"/>
                  </a:cubicBezTo>
                  <a:cubicBezTo>
                    <a:pt x="3144" y="1457"/>
                    <a:pt x="3204" y="409"/>
                    <a:pt x="2692" y="88"/>
                  </a:cubicBezTo>
                  <a:cubicBezTo>
                    <a:pt x="2591" y="29"/>
                    <a:pt x="2477" y="0"/>
                    <a:pt x="23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9"/>
            <p:cNvSpPr/>
            <p:nvPr/>
          </p:nvSpPr>
          <p:spPr>
            <a:xfrm>
              <a:off x="3704326" y="3609249"/>
              <a:ext cx="97354" cy="113488"/>
            </a:xfrm>
            <a:custGeom>
              <a:avLst/>
              <a:gdLst/>
              <a:ahLst/>
              <a:cxnLst/>
              <a:rect l="l" t="t" r="r" b="b"/>
              <a:pathLst>
                <a:path w="3204" h="3735" extrusionOk="0">
                  <a:moveTo>
                    <a:pt x="2344" y="0"/>
                  </a:moveTo>
                  <a:cubicBezTo>
                    <a:pt x="1824" y="0"/>
                    <a:pt x="1146" y="502"/>
                    <a:pt x="668" y="1296"/>
                  </a:cubicBezTo>
                  <a:cubicBezTo>
                    <a:pt x="60" y="2272"/>
                    <a:pt x="1" y="3320"/>
                    <a:pt x="525" y="3642"/>
                  </a:cubicBezTo>
                  <a:cubicBezTo>
                    <a:pt x="625" y="3705"/>
                    <a:pt x="742" y="3735"/>
                    <a:pt x="868" y="3735"/>
                  </a:cubicBezTo>
                  <a:cubicBezTo>
                    <a:pt x="1385" y="3735"/>
                    <a:pt x="2071" y="3233"/>
                    <a:pt x="2549" y="2439"/>
                  </a:cubicBezTo>
                  <a:cubicBezTo>
                    <a:pt x="3144" y="1463"/>
                    <a:pt x="3204" y="415"/>
                    <a:pt x="2692" y="94"/>
                  </a:cubicBezTo>
                  <a:cubicBezTo>
                    <a:pt x="2589" y="30"/>
                    <a:pt x="2471" y="0"/>
                    <a:pt x="23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5" name="Google Shape;225;p29"/>
          <p:cNvGrpSpPr/>
          <p:nvPr/>
        </p:nvGrpSpPr>
        <p:grpSpPr>
          <a:xfrm>
            <a:off x="6461354" y="3836608"/>
            <a:ext cx="819088" cy="936283"/>
            <a:chOff x="4175355" y="3673770"/>
            <a:chExt cx="819088" cy="936283"/>
          </a:xfrm>
        </p:grpSpPr>
        <p:sp>
          <p:nvSpPr>
            <p:cNvPr id="226" name="Google Shape;226;p29"/>
            <p:cNvSpPr/>
            <p:nvPr/>
          </p:nvSpPr>
          <p:spPr>
            <a:xfrm>
              <a:off x="4175355" y="3914359"/>
              <a:ext cx="409559" cy="695695"/>
            </a:xfrm>
            <a:custGeom>
              <a:avLst/>
              <a:gdLst/>
              <a:ahLst/>
              <a:cxnLst/>
              <a:rect l="l" t="t" r="r" b="b"/>
              <a:pathLst>
                <a:path w="13479" h="22896" extrusionOk="0">
                  <a:moveTo>
                    <a:pt x="1" y="0"/>
                  </a:moveTo>
                  <a:lnTo>
                    <a:pt x="1" y="15086"/>
                  </a:lnTo>
                  <a:lnTo>
                    <a:pt x="13479" y="22896"/>
                  </a:lnTo>
                  <a:lnTo>
                    <a:pt x="13479" y="782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7422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9"/>
            <p:cNvSpPr/>
            <p:nvPr/>
          </p:nvSpPr>
          <p:spPr>
            <a:xfrm>
              <a:off x="4584884" y="3914359"/>
              <a:ext cx="409559" cy="695695"/>
            </a:xfrm>
            <a:custGeom>
              <a:avLst/>
              <a:gdLst/>
              <a:ahLst/>
              <a:cxnLst/>
              <a:rect l="l" t="t" r="r" b="b"/>
              <a:pathLst>
                <a:path w="13479" h="22896" extrusionOk="0">
                  <a:moveTo>
                    <a:pt x="13479" y="0"/>
                  </a:moveTo>
                  <a:lnTo>
                    <a:pt x="1" y="7823"/>
                  </a:lnTo>
                  <a:lnTo>
                    <a:pt x="1" y="22896"/>
                  </a:lnTo>
                  <a:lnTo>
                    <a:pt x="13479" y="15086"/>
                  </a:lnTo>
                  <a:lnTo>
                    <a:pt x="13479" y="0"/>
                  </a:lnTo>
                  <a:close/>
                </a:path>
              </a:pathLst>
            </a:custGeom>
            <a:solidFill>
              <a:srgbClr val="3B0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29"/>
            <p:cNvSpPr/>
            <p:nvPr/>
          </p:nvSpPr>
          <p:spPr>
            <a:xfrm>
              <a:off x="4175355" y="3673770"/>
              <a:ext cx="819088" cy="478290"/>
            </a:xfrm>
            <a:custGeom>
              <a:avLst/>
              <a:gdLst/>
              <a:ahLst/>
              <a:cxnLst/>
              <a:rect l="l" t="t" r="r" b="b"/>
              <a:pathLst>
                <a:path w="26957" h="15741" extrusionOk="0">
                  <a:moveTo>
                    <a:pt x="13479" y="1"/>
                  </a:moveTo>
                  <a:lnTo>
                    <a:pt x="1" y="7918"/>
                  </a:lnTo>
                  <a:lnTo>
                    <a:pt x="13479" y="15741"/>
                  </a:lnTo>
                  <a:lnTo>
                    <a:pt x="26957" y="7918"/>
                  </a:lnTo>
                  <a:lnTo>
                    <a:pt x="1347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29"/>
            <p:cNvSpPr/>
            <p:nvPr/>
          </p:nvSpPr>
          <p:spPr>
            <a:xfrm>
              <a:off x="4532439" y="3884703"/>
              <a:ext cx="108566" cy="57914"/>
            </a:xfrm>
            <a:custGeom>
              <a:avLst/>
              <a:gdLst/>
              <a:ahLst/>
              <a:cxnLst/>
              <a:rect l="l" t="t" r="r" b="b"/>
              <a:pathLst>
                <a:path w="3573" h="1906" extrusionOk="0">
                  <a:moveTo>
                    <a:pt x="1786" y="0"/>
                  </a:moveTo>
                  <a:cubicBezTo>
                    <a:pt x="798" y="0"/>
                    <a:pt x="0" y="429"/>
                    <a:pt x="0" y="953"/>
                  </a:cubicBezTo>
                  <a:cubicBezTo>
                    <a:pt x="0" y="1476"/>
                    <a:pt x="798" y="1905"/>
                    <a:pt x="1786" y="1905"/>
                  </a:cubicBezTo>
                  <a:cubicBezTo>
                    <a:pt x="2775" y="1905"/>
                    <a:pt x="3572" y="1476"/>
                    <a:pt x="3572" y="953"/>
                  </a:cubicBezTo>
                  <a:cubicBezTo>
                    <a:pt x="3572" y="429"/>
                    <a:pt x="2775" y="0"/>
                    <a:pt x="17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29"/>
            <p:cNvSpPr/>
            <p:nvPr/>
          </p:nvSpPr>
          <p:spPr>
            <a:xfrm>
              <a:off x="4532439" y="4037357"/>
              <a:ext cx="108566" cy="57914"/>
            </a:xfrm>
            <a:custGeom>
              <a:avLst/>
              <a:gdLst/>
              <a:ahLst/>
              <a:cxnLst/>
              <a:rect l="l" t="t" r="r" b="b"/>
              <a:pathLst>
                <a:path w="3573" h="1906" extrusionOk="0">
                  <a:moveTo>
                    <a:pt x="1786" y="0"/>
                  </a:moveTo>
                  <a:cubicBezTo>
                    <a:pt x="798" y="0"/>
                    <a:pt x="0" y="429"/>
                    <a:pt x="0" y="953"/>
                  </a:cubicBezTo>
                  <a:cubicBezTo>
                    <a:pt x="0" y="1477"/>
                    <a:pt x="798" y="1905"/>
                    <a:pt x="1786" y="1905"/>
                  </a:cubicBezTo>
                  <a:cubicBezTo>
                    <a:pt x="2775" y="1905"/>
                    <a:pt x="3572" y="1477"/>
                    <a:pt x="3572" y="953"/>
                  </a:cubicBezTo>
                  <a:cubicBezTo>
                    <a:pt x="3572" y="429"/>
                    <a:pt x="2775" y="0"/>
                    <a:pt x="17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29"/>
            <p:cNvSpPr/>
            <p:nvPr/>
          </p:nvSpPr>
          <p:spPr>
            <a:xfrm>
              <a:off x="4532439" y="3742137"/>
              <a:ext cx="108566" cy="57580"/>
            </a:xfrm>
            <a:custGeom>
              <a:avLst/>
              <a:gdLst/>
              <a:ahLst/>
              <a:cxnLst/>
              <a:rect l="l" t="t" r="r" b="b"/>
              <a:pathLst>
                <a:path w="3573" h="1895" extrusionOk="0">
                  <a:moveTo>
                    <a:pt x="1786" y="1"/>
                  </a:moveTo>
                  <a:cubicBezTo>
                    <a:pt x="798" y="1"/>
                    <a:pt x="0" y="418"/>
                    <a:pt x="0" y="942"/>
                  </a:cubicBezTo>
                  <a:cubicBezTo>
                    <a:pt x="0" y="1465"/>
                    <a:pt x="798" y="1894"/>
                    <a:pt x="1786" y="1894"/>
                  </a:cubicBezTo>
                  <a:cubicBezTo>
                    <a:pt x="2775" y="1894"/>
                    <a:pt x="3572" y="1465"/>
                    <a:pt x="3572" y="942"/>
                  </a:cubicBezTo>
                  <a:cubicBezTo>
                    <a:pt x="3572" y="418"/>
                    <a:pt x="2775" y="1"/>
                    <a:pt x="17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29"/>
            <p:cNvSpPr/>
            <p:nvPr/>
          </p:nvSpPr>
          <p:spPr>
            <a:xfrm>
              <a:off x="4335271" y="4207908"/>
              <a:ext cx="93008" cy="107897"/>
            </a:xfrm>
            <a:custGeom>
              <a:avLst/>
              <a:gdLst/>
              <a:ahLst/>
              <a:cxnLst/>
              <a:rect l="l" t="t" r="r" b="b"/>
              <a:pathLst>
                <a:path w="3061" h="3551" extrusionOk="0">
                  <a:moveTo>
                    <a:pt x="830" y="0"/>
                  </a:moveTo>
                  <a:cubicBezTo>
                    <a:pt x="709" y="0"/>
                    <a:pt x="597" y="29"/>
                    <a:pt x="501" y="91"/>
                  </a:cubicBezTo>
                  <a:cubicBezTo>
                    <a:pt x="0" y="388"/>
                    <a:pt x="60" y="1388"/>
                    <a:pt x="631" y="2329"/>
                  </a:cubicBezTo>
                  <a:cubicBezTo>
                    <a:pt x="1090" y="3074"/>
                    <a:pt x="1732" y="3550"/>
                    <a:pt x="2226" y="3550"/>
                  </a:cubicBezTo>
                  <a:cubicBezTo>
                    <a:pt x="2348" y="3550"/>
                    <a:pt x="2461" y="3521"/>
                    <a:pt x="2560" y="3460"/>
                  </a:cubicBezTo>
                  <a:cubicBezTo>
                    <a:pt x="3060" y="3162"/>
                    <a:pt x="2989" y="2162"/>
                    <a:pt x="2429" y="1222"/>
                  </a:cubicBezTo>
                  <a:cubicBezTo>
                    <a:pt x="1971" y="477"/>
                    <a:pt x="1321" y="0"/>
                    <a:pt x="8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29"/>
            <p:cNvSpPr/>
            <p:nvPr/>
          </p:nvSpPr>
          <p:spPr>
            <a:xfrm>
              <a:off x="4216253" y="4263057"/>
              <a:ext cx="92644" cy="107928"/>
            </a:xfrm>
            <a:custGeom>
              <a:avLst/>
              <a:gdLst/>
              <a:ahLst/>
              <a:cxnLst/>
              <a:rect l="l" t="t" r="r" b="b"/>
              <a:pathLst>
                <a:path w="3049" h="3552" extrusionOk="0">
                  <a:moveTo>
                    <a:pt x="814" y="1"/>
                  </a:moveTo>
                  <a:cubicBezTo>
                    <a:pt x="695" y="1"/>
                    <a:pt x="585" y="28"/>
                    <a:pt x="488" y="85"/>
                  </a:cubicBezTo>
                  <a:cubicBezTo>
                    <a:pt x="0" y="395"/>
                    <a:pt x="60" y="1395"/>
                    <a:pt x="631" y="2324"/>
                  </a:cubicBezTo>
                  <a:cubicBezTo>
                    <a:pt x="1093" y="3073"/>
                    <a:pt x="1740" y="3551"/>
                    <a:pt x="2236" y="3551"/>
                  </a:cubicBezTo>
                  <a:cubicBezTo>
                    <a:pt x="2354" y="3551"/>
                    <a:pt x="2464" y="3524"/>
                    <a:pt x="2560" y="3467"/>
                  </a:cubicBezTo>
                  <a:cubicBezTo>
                    <a:pt x="3048" y="3157"/>
                    <a:pt x="2989" y="2157"/>
                    <a:pt x="2429" y="1228"/>
                  </a:cubicBezTo>
                  <a:cubicBezTo>
                    <a:pt x="1968" y="479"/>
                    <a:pt x="1313" y="1"/>
                    <a:pt x="8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29"/>
            <p:cNvSpPr/>
            <p:nvPr/>
          </p:nvSpPr>
          <p:spPr>
            <a:xfrm>
              <a:off x="4462979" y="4152000"/>
              <a:ext cx="93008" cy="107928"/>
            </a:xfrm>
            <a:custGeom>
              <a:avLst/>
              <a:gdLst/>
              <a:ahLst/>
              <a:cxnLst/>
              <a:rect l="l" t="t" r="r" b="b"/>
              <a:pathLst>
                <a:path w="3061" h="3552" extrusionOk="0">
                  <a:moveTo>
                    <a:pt x="820" y="0"/>
                  </a:moveTo>
                  <a:cubicBezTo>
                    <a:pt x="703" y="0"/>
                    <a:pt x="595" y="28"/>
                    <a:pt x="500" y="85"/>
                  </a:cubicBezTo>
                  <a:cubicBezTo>
                    <a:pt x="0" y="395"/>
                    <a:pt x="60" y="1395"/>
                    <a:pt x="631" y="2323"/>
                  </a:cubicBezTo>
                  <a:cubicBezTo>
                    <a:pt x="1093" y="3073"/>
                    <a:pt x="1740" y="3551"/>
                    <a:pt x="2236" y="3551"/>
                  </a:cubicBezTo>
                  <a:cubicBezTo>
                    <a:pt x="2354" y="3551"/>
                    <a:pt x="2464" y="3524"/>
                    <a:pt x="2560" y="3466"/>
                  </a:cubicBezTo>
                  <a:cubicBezTo>
                    <a:pt x="3060" y="3157"/>
                    <a:pt x="2989" y="2157"/>
                    <a:pt x="2429" y="1228"/>
                  </a:cubicBezTo>
                  <a:cubicBezTo>
                    <a:pt x="1968" y="478"/>
                    <a:pt x="1313" y="0"/>
                    <a:pt x="8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29"/>
            <p:cNvSpPr/>
            <p:nvPr/>
          </p:nvSpPr>
          <p:spPr>
            <a:xfrm>
              <a:off x="4461885" y="4415013"/>
              <a:ext cx="92644" cy="107897"/>
            </a:xfrm>
            <a:custGeom>
              <a:avLst/>
              <a:gdLst/>
              <a:ahLst/>
              <a:cxnLst/>
              <a:rect l="l" t="t" r="r" b="b"/>
              <a:pathLst>
                <a:path w="3049" h="3551" extrusionOk="0">
                  <a:moveTo>
                    <a:pt x="821" y="0"/>
                  </a:moveTo>
                  <a:cubicBezTo>
                    <a:pt x="703" y="0"/>
                    <a:pt x="595" y="28"/>
                    <a:pt x="501" y="85"/>
                  </a:cubicBezTo>
                  <a:cubicBezTo>
                    <a:pt x="1" y="394"/>
                    <a:pt x="60" y="1395"/>
                    <a:pt x="632" y="2323"/>
                  </a:cubicBezTo>
                  <a:cubicBezTo>
                    <a:pt x="1093" y="3073"/>
                    <a:pt x="1740" y="3551"/>
                    <a:pt x="2236" y="3551"/>
                  </a:cubicBezTo>
                  <a:cubicBezTo>
                    <a:pt x="2354" y="3551"/>
                    <a:pt x="2464" y="3524"/>
                    <a:pt x="2560" y="3466"/>
                  </a:cubicBezTo>
                  <a:cubicBezTo>
                    <a:pt x="3049" y="3157"/>
                    <a:pt x="2989" y="2157"/>
                    <a:pt x="2430" y="1228"/>
                  </a:cubicBezTo>
                  <a:cubicBezTo>
                    <a:pt x="1968" y="478"/>
                    <a:pt x="1313" y="0"/>
                    <a:pt x="8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29"/>
            <p:cNvSpPr/>
            <p:nvPr/>
          </p:nvSpPr>
          <p:spPr>
            <a:xfrm>
              <a:off x="4217347" y="4012533"/>
              <a:ext cx="92978" cy="107776"/>
            </a:xfrm>
            <a:custGeom>
              <a:avLst/>
              <a:gdLst/>
              <a:ahLst/>
              <a:cxnLst/>
              <a:rect l="l" t="t" r="r" b="b"/>
              <a:pathLst>
                <a:path w="3060" h="3547" extrusionOk="0">
                  <a:moveTo>
                    <a:pt x="830" y="1"/>
                  </a:moveTo>
                  <a:cubicBezTo>
                    <a:pt x="708" y="1"/>
                    <a:pt x="597" y="30"/>
                    <a:pt x="500" y="91"/>
                  </a:cubicBezTo>
                  <a:cubicBezTo>
                    <a:pt x="0" y="389"/>
                    <a:pt x="60" y="1389"/>
                    <a:pt x="631" y="2318"/>
                  </a:cubicBezTo>
                  <a:cubicBezTo>
                    <a:pt x="1091" y="3075"/>
                    <a:pt x="1736" y="3546"/>
                    <a:pt x="2231" y="3546"/>
                  </a:cubicBezTo>
                  <a:cubicBezTo>
                    <a:pt x="2351" y="3546"/>
                    <a:pt x="2462" y="3519"/>
                    <a:pt x="2560" y="3461"/>
                  </a:cubicBezTo>
                  <a:cubicBezTo>
                    <a:pt x="3060" y="3151"/>
                    <a:pt x="2988" y="2151"/>
                    <a:pt x="2429" y="1222"/>
                  </a:cubicBezTo>
                  <a:cubicBezTo>
                    <a:pt x="1971" y="478"/>
                    <a:pt x="1321" y="1"/>
                    <a:pt x="8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29"/>
            <p:cNvSpPr/>
            <p:nvPr/>
          </p:nvSpPr>
          <p:spPr>
            <a:xfrm>
              <a:off x="4739361" y="4204201"/>
              <a:ext cx="97354" cy="113336"/>
            </a:xfrm>
            <a:custGeom>
              <a:avLst/>
              <a:gdLst/>
              <a:ahLst/>
              <a:cxnLst/>
              <a:rect l="l" t="t" r="r" b="b"/>
              <a:pathLst>
                <a:path w="3204" h="3730" extrusionOk="0">
                  <a:moveTo>
                    <a:pt x="2336" y="0"/>
                  </a:moveTo>
                  <a:cubicBezTo>
                    <a:pt x="1819" y="0"/>
                    <a:pt x="1134" y="500"/>
                    <a:pt x="656" y="1284"/>
                  </a:cubicBezTo>
                  <a:cubicBezTo>
                    <a:pt x="60" y="2272"/>
                    <a:pt x="1" y="3320"/>
                    <a:pt x="513" y="3642"/>
                  </a:cubicBezTo>
                  <a:cubicBezTo>
                    <a:pt x="613" y="3701"/>
                    <a:pt x="728" y="3729"/>
                    <a:pt x="852" y="3729"/>
                  </a:cubicBezTo>
                  <a:cubicBezTo>
                    <a:pt x="1372" y="3729"/>
                    <a:pt x="2056" y="3228"/>
                    <a:pt x="2537" y="2439"/>
                  </a:cubicBezTo>
                  <a:cubicBezTo>
                    <a:pt x="3144" y="1463"/>
                    <a:pt x="3204" y="415"/>
                    <a:pt x="2680" y="93"/>
                  </a:cubicBezTo>
                  <a:cubicBezTo>
                    <a:pt x="2579" y="30"/>
                    <a:pt x="2462" y="0"/>
                    <a:pt x="23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29"/>
          <p:cNvGrpSpPr/>
          <p:nvPr/>
        </p:nvGrpSpPr>
        <p:grpSpPr>
          <a:xfrm>
            <a:off x="7600943" y="3169659"/>
            <a:ext cx="818724" cy="936314"/>
            <a:chOff x="5314944" y="3006821"/>
            <a:chExt cx="818724" cy="936314"/>
          </a:xfrm>
        </p:grpSpPr>
        <p:sp>
          <p:nvSpPr>
            <p:cNvPr id="239" name="Google Shape;239;p29"/>
            <p:cNvSpPr/>
            <p:nvPr/>
          </p:nvSpPr>
          <p:spPr>
            <a:xfrm>
              <a:off x="5314944" y="3247774"/>
              <a:ext cx="409559" cy="695361"/>
            </a:xfrm>
            <a:custGeom>
              <a:avLst/>
              <a:gdLst/>
              <a:ahLst/>
              <a:cxnLst/>
              <a:rect l="l" t="t" r="r" b="b"/>
              <a:pathLst>
                <a:path w="13479" h="22885" extrusionOk="0">
                  <a:moveTo>
                    <a:pt x="1" y="0"/>
                  </a:moveTo>
                  <a:lnTo>
                    <a:pt x="1" y="15074"/>
                  </a:lnTo>
                  <a:lnTo>
                    <a:pt x="13478" y="22884"/>
                  </a:lnTo>
                  <a:lnTo>
                    <a:pt x="13478" y="78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23F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9"/>
            <p:cNvSpPr/>
            <p:nvPr/>
          </p:nvSpPr>
          <p:spPr>
            <a:xfrm>
              <a:off x="5724473" y="3247774"/>
              <a:ext cx="409195" cy="695361"/>
            </a:xfrm>
            <a:custGeom>
              <a:avLst/>
              <a:gdLst/>
              <a:ahLst/>
              <a:cxnLst/>
              <a:rect l="l" t="t" r="r" b="b"/>
              <a:pathLst>
                <a:path w="13467" h="22885" extrusionOk="0">
                  <a:moveTo>
                    <a:pt x="13466" y="0"/>
                  </a:moveTo>
                  <a:lnTo>
                    <a:pt x="0" y="7811"/>
                  </a:lnTo>
                  <a:lnTo>
                    <a:pt x="0" y="22884"/>
                  </a:lnTo>
                  <a:lnTo>
                    <a:pt x="13466" y="15074"/>
                  </a:lnTo>
                  <a:lnTo>
                    <a:pt x="13466" y="0"/>
                  </a:lnTo>
                  <a:close/>
                </a:path>
              </a:pathLst>
            </a:custGeom>
            <a:solidFill>
              <a:srgbClr val="9A04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29"/>
            <p:cNvSpPr/>
            <p:nvPr/>
          </p:nvSpPr>
          <p:spPr>
            <a:xfrm>
              <a:off x="5314944" y="3006821"/>
              <a:ext cx="818724" cy="478290"/>
            </a:xfrm>
            <a:custGeom>
              <a:avLst/>
              <a:gdLst/>
              <a:ahLst/>
              <a:cxnLst/>
              <a:rect l="l" t="t" r="r" b="b"/>
              <a:pathLst>
                <a:path w="26945" h="15741" extrusionOk="0">
                  <a:moveTo>
                    <a:pt x="13478" y="1"/>
                  </a:moveTo>
                  <a:lnTo>
                    <a:pt x="1" y="7930"/>
                  </a:lnTo>
                  <a:lnTo>
                    <a:pt x="13478" y="15741"/>
                  </a:lnTo>
                  <a:lnTo>
                    <a:pt x="26944" y="7930"/>
                  </a:lnTo>
                  <a:lnTo>
                    <a:pt x="13478" y="1"/>
                  </a:lnTo>
                  <a:close/>
                </a:path>
              </a:pathLst>
            </a:custGeom>
            <a:solidFill>
              <a:srgbClr val="B702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9"/>
            <p:cNvSpPr/>
            <p:nvPr/>
          </p:nvSpPr>
          <p:spPr>
            <a:xfrm>
              <a:off x="5800071" y="3283233"/>
              <a:ext cx="108566" cy="57549"/>
            </a:xfrm>
            <a:custGeom>
              <a:avLst/>
              <a:gdLst/>
              <a:ahLst/>
              <a:cxnLst/>
              <a:rect l="l" t="t" r="r" b="b"/>
              <a:pathLst>
                <a:path w="3573" h="1894" extrusionOk="0">
                  <a:moveTo>
                    <a:pt x="1787" y="0"/>
                  </a:moveTo>
                  <a:cubicBezTo>
                    <a:pt x="799" y="0"/>
                    <a:pt x="1" y="429"/>
                    <a:pt x="1" y="953"/>
                  </a:cubicBezTo>
                  <a:cubicBezTo>
                    <a:pt x="1" y="1477"/>
                    <a:pt x="799" y="1893"/>
                    <a:pt x="1787" y="1893"/>
                  </a:cubicBezTo>
                  <a:cubicBezTo>
                    <a:pt x="2775" y="1893"/>
                    <a:pt x="3573" y="1477"/>
                    <a:pt x="3573" y="953"/>
                  </a:cubicBezTo>
                  <a:cubicBezTo>
                    <a:pt x="3573" y="429"/>
                    <a:pt x="2775" y="0"/>
                    <a:pt x="17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29"/>
            <p:cNvSpPr/>
            <p:nvPr/>
          </p:nvSpPr>
          <p:spPr>
            <a:xfrm>
              <a:off x="5550823" y="3147564"/>
              <a:ext cx="108566" cy="57914"/>
            </a:xfrm>
            <a:custGeom>
              <a:avLst/>
              <a:gdLst/>
              <a:ahLst/>
              <a:cxnLst/>
              <a:rect l="l" t="t" r="r" b="b"/>
              <a:pathLst>
                <a:path w="3573" h="1906" extrusionOk="0">
                  <a:moveTo>
                    <a:pt x="1786" y="0"/>
                  </a:moveTo>
                  <a:cubicBezTo>
                    <a:pt x="798" y="0"/>
                    <a:pt x="0" y="429"/>
                    <a:pt x="0" y="953"/>
                  </a:cubicBezTo>
                  <a:cubicBezTo>
                    <a:pt x="0" y="1477"/>
                    <a:pt x="798" y="1905"/>
                    <a:pt x="1786" y="1905"/>
                  </a:cubicBezTo>
                  <a:cubicBezTo>
                    <a:pt x="2775" y="1905"/>
                    <a:pt x="3572" y="1477"/>
                    <a:pt x="3572" y="953"/>
                  </a:cubicBezTo>
                  <a:cubicBezTo>
                    <a:pt x="3572" y="429"/>
                    <a:pt x="2775" y="0"/>
                    <a:pt x="17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29"/>
            <p:cNvSpPr/>
            <p:nvPr/>
          </p:nvSpPr>
          <p:spPr>
            <a:xfrm>
              <a:off x="5420228" y="3217754"/>
              <a:ext cx="108566" cy="57914"/>
            </a:xfrm>
            <a:custGeom>
              <a:avLst/>
              <a:gdLst/>
              <a:ahLst/>
              <a:cxnLst/>
              <a:rect l="l" t="t" r="r" b="b"/>
              <a:pathLst>
                <a:path w="3573" h="1906" extrusionOk="0">
                  <a:moveTo>
                    <a:pt x="1786" y="0"/>
                  </a:moveTo>
                  <a:cubicBezTo>
                    <a:pt x="798" y="0"/>
                    <a:pt x="0" y="429"/>
                    <a:pt x="0" y="953"/>
                  </a:cubicBezTo>
                  <a:cubicBezTo>
                    <a:pt x="0" y="1476"/>
                    <a:pt x="798" y="1905"/>
                    <a:pt x="1786" y="1905"/>
                  </a:cubicBezTo>
                  <a:cubicBezTo>
                    <a:pt x="2774" y="1905"/>
                    <a:pt x="3572" y="1476"/>
                    <a:pt x="3572" y="953"/>
                  </a:cubicBezTo>
                  <a:cubicBezTo>
                    <a:pt x="3572" y="429"/>
                    <a:pt x="2774" y="0"/>
                    <a:pt x="17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29"/>
            <p:cNvSpPr/>
            <p:nvPr/>
          </p:nvSpPr>
          <p:spPr>
            <a:xfrm>
              <a:off x="5928144" y="3217754"/>
              <a:ext cx="108566" cy="57914"/>
            </a:xfrm>
            <a:custGeom>
              <a:avLst/>
              <a:gdLst/>
              <a:ahLst/>
              <a:cxnLst/>
              <a:rect l="l" t="t" r="r" b="b"/>
              <a:pathLst>
                <a:path w="3573" h="1906" extrusionOk="0">
                  <a:moveTo>
                    <a:pt x="1787" y="0"/>
                  </a:moveTo>
                  <a:cubicBezTo>
                    <a:pt x="798" y="0"/>
                    <a:pt x="1" y="429"/>
                    <a:pt x="1" y="953"/>
                  </a:cubicBezTo>
                  <a:cubicBezTo>
                    <a:pt x="1" y="1476"/>
                    <a:pt x="798" y="1905"/>
                    <a:pt x="1787" y="1905"/>
                  </a:cubicBezTo>
                  <a:cubicBezTo>
                    <a:pt x="2775" y="1905"/>
                    <a:pt x="3573" y="1476"/>
                    <a:pt x="3573" y="953"/>
                  </a:cubicBezTo>
                  <a:cubicBezTo>
                    <a:pt x="3573" y="429"/>
                    <a:pt x="2775" y="0"/>
                    <a:pt x="17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29"/>
            <p:cNvSpPr/>
            <p:nvPr/>
          </p:nvSpPr>
          <p:spPr>
            <a:xfrm>
              <a:off x="5671664" y="3359561"/>
              <a:ext cx="108535" cy="57549"/>
            </a:xfrm>
            <a:custGeom>
              <a:avLst/>
              <a:gdLst/>
              <a:ahLst/>
              <a:cxnLst/>
              <a:rect l="l" t="t" r="r" b="b"/>
              <a:pathLst>
                <a:path w="3572" h="1894" extrusionOk="0">
                  <a:moveTo>
                    <a:pt x="1786" y="0"/>
                  </a:moveTo>
                  <a:cubicBezTo>
                    <a:pt x="810" y="0"/>
                    <a:pt x="0" y="417"/>
                    <a:pt x="0" y="941"/>
                  </a:cubicBezTo>
                  <a:cubicBezTo>
                    <a:pt x="0" y="1465"/>
                    <a:pt x="810" y="1893"/>
                    <a:pt x="1786" y="1893"/>
                  </a:cubicBezTo>
                  <a:cubicBezTo>
                    <a:pt x="2774" y="1893"/>
                    <a:pt x="3572" y="1465"/>
                    <a:pt x="3572" y="941"/>
                  </a:cubicBezTo>
                  <a:cubicBezTo>
                    <a:pt x="3572" y="417"/>
                    <a:pt x="2774" y="0"/>
                    <a:pt x="17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9"/>
            <p:cNvSpPr/>
            <p:nvPr/>
          </p:nvSpPr>
          <p:spPr>
            <a:xfrm>
              <a:off x="5671664" y="3075218"/>
              <a:ext cx="108535" cy="57549"/>
            </a:xfrm>
            <a:custGeom>
              <a:avLst/>
              <a:gdLst/>
              <a:ahLst/>
              <a:cxnLst/>
              <a:rect l="l" t="t" r="r" b="b"/>
              <a:pathLst>
                <a:path w="3572" h="1894" extrusionOk="0">
                  <a:moveTo>
                    <a:pt x="1786" y="0"/>
                  </a:moveTo>
                  <a:cubicBezTo>
                    <a:pt x="810" y="0"/>
                    <a:pt x="0" y="417"/>
                    <a:pt x="0" y="941"/>
                  </a:cubicBezTo>
                  <a:cubicBezTo>
                    <a:pt x="0" y="1465"/>
                    <a:pt x="810" y="1893"/>
                    <a:pt x="1786" y="1893"/>
                  </a:cubicBezTo>
                  <a:cubicBezTo>
                    <a:pt x="2774" y="1893"/>
                    <a:pt x="3572" y="1465"/>
                    <a:pt x="3572" y="941"/>
                  </a:cubicBezTo>
                  <a:cubicBezTo>
                    <a:pt x="3572" y="417"/>
                    <a:pt x="2774" y="0"/>
                    <a:pt x="17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29"/>
            <p:cNvSpPr/>
            <p:nvPr/>
          </p:nvSpPr>
          <p:spPr>
            <a:xfrm>
              <a:off x="5597859" y="3742442"/>
              <a:ext cx="93008" cy="107928"/>
            </a:xfrm>
            <a:custGeom>
              <a:avLst/>
              <a:gdLst/>
              <a:ahLst/>
              <a:cxnLst/>
              <a:rect l="l" t="t" r="r" b="b"/>
              <a:pathLst>
                <a:path w="3061" h="3552" extrusionOk="0">
                  <a:moveTo>
                    <a:pt x="830" y="1"/>
                  </a:moveTo>
                  <a:cubicBezTo>
                    <a:pt x="709" y="1"/>
                    <a:pt x="597" y="30"/>
                    <a:pt x="500" y="91"/>
                  </a:cubicBezTo>
                  <a:cubicBezTo>
                    <a:pt x="0" y="389"/>
                    <a:pt x="60" y="1389"/>
                    <a:pt x="631" y="2330"/>
                  </a:cubicBezTo>
                  <a:cubicBezTo>
                    <a:pt x="1090" y="3074"/>
                    <a:pt x="1732" y="3551"/>
                    <a:pt x="2226" y="3551"/>
                  </a:cubicBezTo>
                  <a:cubicBezTo>
                    <a:pt x="2348" y="3551"/>
                    <a:pt x="2461" y="3522"/>
                    <a:pt x="2560" y="3461"/>
                  </a:cubicBezTo>
                  <a:cubicBezTo>
                    <a:pt x="3060" y="3163"/>
                    <a:pt x="3001" y="2163"/>
                    <a:pt x="2429" y="1222"/>
                  </a:cubicBezTo>
                  <a:cubicBezTo>
                    <a:pt x="1971" y="478"/>
                    <a:pt x="1321" y="1"/>
                    <a:pt x="8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29"/>
            <p:cNvSpPr/>
            <p:nvPr/>
          </p:nvSpPr>
          <p:spPr>
            <a:xfrm>
              <a:off x="5359093" y="3352268"/>
              <a:ext cx="93008" cy="107928"/>
            </a:xfrm>
            <a:custGeom>
              <a:avLst/>
              <a:gdLst/>
              <a:ahLst/>
              <a:cxnLst/>
              <a:rect l="l" t="t" r="r" b="b"/>
              <a:pathLst>
                <a:path w="3061" h="3552" extrusionOk="0">
                  <a:moveTo>
                    <a:pt x="825" y="1"/>
                  </a:moveTo>
                  <a:cubicBezTo>
                    <a:pt x="706" y="1"/>
                    <a:pt x="597" y="28"/>
                    <a:pt x="500" y="86"/>
                  </a:cubicBezTo>
                  <a:cubicBezTo>
                    <a:pt x="0" y="395"/>
                    <a:pt x="60" y="1395"/>
                    <a:pt x="631" y="2324"/>
                  </a:cubicBezTo>
                  <a:cubicBezTo>
                    <a:pt x="1092" y="3074"/>
                    <a:pt x="1748" y="3552"/>
                    <a:pt x="2240" y="3552"/>
                  </a:cubicBezTo>
                  <a:cubicBezTo>
                    <a:pt x="2358" y="3552"/>
                    <a:pt x="2466" y="3524"/>
                    <a:pt x="2560" y="3467"/>
                  </a:cubicBezTo>
                  <a:cubicBezTo>
                    <a:pt x="3060" y="3157"/>
                    <a:pt x="3001" y="2157"/>
                    <a:pt x="2429" y="1229"/>
                  </a:cubicBezTo>
                  <a:cubicBezTo>
                    <a:pt x="1968" y="479"/>
                    <a:pt x="1320" y="1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9"/>
            <p:cNvSpPr/>
            <p:nvPr/>
          </p:nvSpPr>
          <p:spPr>
            <a:xfrm>
              <a:off x="5774396" y="3750312"/>
              <a:ext cx="97354" cy="113366"/>
            </a:xfrm>
            <a:custGeom>
              <a:avLst/>
              <a:gdLst/>
              <a:ahLst/>
              <a:cxnLst/>
              <a:rect l="l" t="t" r="r" b="b"/>
              <a:pathLst>
                <a:path w="3204" h="3731" extrusionOk="0">
                  <a:moveTo>
                    <a:pt x="2343" y="1"/>
                  </a:moveTo>
                  <a:cubicBezTo>
                    <a:pt x="1823" y="1"/>
                    <a:pt x="1145" y="501"/>
                    <a:pt x="667" y="1285"/>
                  </a:cubicBezTo>
                  <a:cubicBezTo>
                    <a:pt x="60" y="2261"/>
                    <a:pt x="1" y="3321"/>
                    <a:pt x="524" y="3642"/>
                  </a:cubicBezTo>
                  <a:cubicBezTo>
                    <a:pt x="623" y="3702"/>
                    <a:pt x="736" y="3730"/>
                    <a:pt x="859" y="3730"/>
                  </a:cubicBezTo>
                  <a:cubicBezTo>
                    <a:pt x="1376" y="3730"/>
                    <a:pt x="2067" y="3229"/>
                    <a:pt x="2548" y="2440"/>
                  </a:cubicBezTo>
                  <a:cubicBezTo>
                    <a:pt x="3144" y="1464"/>
                    <a:pt x="3203" y="416"/>
                    <a:pt x="2691" y="94"/>
                  </a:cubicBezTo>
                  <a:cubicBezTo>
                    <a:pt x="2588" y="31"/>
                    <a:pt x="2470" y="1"/>
                    <a:pt x="23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29"/>
            <p:cNvSpPr/>
            <p:nvPr/>
          </p:nvSpPr>
          <p:spPr>
            <a:xfrm>
              <a:off x="6004471" y="3594042"/>
              <a:ext cx="97718" cy="113154"/>
            </a:xfrm>
            <a:custGeom>
              <a:avLst/>
              <a:gdLst/>
              <a:ahLst/>
              <a:cxnLst/>
              <a:rect l="l" t="t" r="r" b="b"/>
              <a:pathLst>
                <a:path w="3216" h="3724" extrusionOk="0">
                  <a:moveTo>
                    <a:pt x="2343" y="0"/>
                  </a:moveTo>
                  <a:cubicBezTo>
                    <a:pt x="1823" y="0"/>
                    <a:pt x="1146" y="500"/>
                    <a:pt x="668" y="1284"/>
                  </a:cubicBezTo>
                  <a:cubicBezTo>
                    <a:pt x="60" y="2261"/>
                    <a:pt x="1" y="3320"/>
                    <a:pt x="525" y="3630"/>
                  </a:cubicBezTo>
                  <a:cubicBezTo>
                    <a:pt x="628" y="3693"/>
                    <a:pt x="746" y="3723"/>
                    <a:pt x="873" y="3723"/>
                  </a:cubicBezTo>
                  <a:cubicBezTo>
                    <a:pt x="1393" y="3723"/>
                    <a:pt x="2071" y="3223"/>
                    <a:pt x="2549" y="2439"/>
                  </a:cubicBezTo>
                  <a:cubicBezTo>
                    <a:pt x="3144" y="1463"/>
                    <a:pt x="3216" y="403"/>
                    <a:pt x="2692" y="94"/>
                  </a:cubicBezTo>
                  <a:cubicBezTo>
                    <a:pt x="2589" y="31"/>
                    <a:pt x="2471" y="0"/>
                    <a:pt x="23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29"/>
            <p:cNvSpPr/>
            <p:nvPr/>
          </p:nvSpPr>
          <p:spPr>
            <a:xfrm>
              <a:off x="6004471" y="3331394"/>
              <a:ext cx="97718" cy="113336"/>
            </a:xfrm>
            <a:custGeom>
              <a:avLst/>
              <a:gdLst/>
              <a:ahLst/>
              <a:cxnLst/>
              <a:rect l="l" t="t" r="r" b="b"/>
              <a:pathLst>
                <a:path w="3216" h="3730" extrusionOk="0">
                  <a:moveTo>
                    <a:pt x="2343" y="1"/>
                  </a:moveTo>
                  <a:cubicBezTo>
                    <a:pt x="1823" y="1"/>
                    <a:pt x="1146" y="500"/>
                    <a:pt x="668" y="1285"/>
                  </a:cubicBezTo>
                  <a:cubicBezTo>
                    <a:pt x="60" y="2273"/>
                    <a:pt x="1" y="3320"/>
                    <a:pt x="525" y="3642"/>
                  </a:cubicBezTo>
                  <a:cubicBezTo>
                    <a:pt x="625" y="3701"/>
                    <a:pt x="740" y="3730"/>
                    <a:pt x="864" y="3730"/>
                  </a:cubicBezTo>
                  <a:cubicBezTo>
                    <a:pt x="1385" y="3730"/>
                    <a:pt x="2068" y="3228"/>
                    <a:pt x="2549" y="2439"/>
                  </a:cubicBezTo>
                  <a:cubicBezTo>
                    <a:pt x="3144" y="1463"/>
                    <a:pt x="3216" y="415"/>
                    <a:pt x="2692" y="94"/>
                  </a:cubicBezTo>
                  <a:cubicBezTo>
                    <a:pt x="2589" y="31"/>
                    <a:pt x="2471" y="1"/>
                    <a:pt x="23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9"/>
            <p:cNvSpPr/>
            <p:nvPr/>
          </p:nvSpPr>
          <p:spPr>
            <a:xfrm>
              <a:off x="5774396" y="3484777"/>
              <a:ext cx="97354" cy="113518"/>
            </a:xfrm>
            <a:custGeom>
              <a:avLst/>
              <a:gdLst/>
              <a:ahLst/>
              <a:cxnLst/>
              <a:rect l="l" t="t" r="r" b="b"/>
              <a:pathLst>
                <a:path w="3204" h="3736" extrusionOk="0">
                  <a:moveTo>
                    <a:pt x="2343" y="1"/>
                  </a:moveTo>
                  <a:cubicBezTo>
                    <a:pt x="1824" y="1"/>
                    <a:pt x="1146" y="503"/>
                    <a:pt x="667" y="1297"/>
                  </a:cubicBezTo>
                  <a:cubicBezTo>
                    <a:pt x="60" y="2273"/>
                    <a:pt x="1" y="3321"/>
                    <a:pt x="524" y="3642"/>
                  </a:cubicBezTo>
                  <a:cubicBezTo>
                    <a:pt x="625" y="3705"/>
                    <a:pt x="741" y="3735"/>
                    <a:pt x="868" y="3735"/>
                  </a:cubicBezTo>
                  <a:cubicBezTo>
                    <a:pt x="1384" y="3735"/>
                    <a:pt x="2070" y="3234"/>
                    <a:pt x="2548" y="2440"/>
                  </a:cubicBezTo>
                  <a:cubicBezTo>
                    <a:pt x="3144" y="1463"/>
                    <a:pt x="3203" y="416"/>
                    <a:pt x="2691" y="94"/>
                  </a:cubicBezTo>
                  <a:cubicBezTo>
                    <a:pt x="2588" y="31"/>
                    <a:pt x="2471" y="1"/>
                    <a:pt x="23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" name="Google Shape;254;p29"/>
          <p:cNvGrpSpPr/>
          <p:nvPr/>
        </p:nvGrpSpPr>
        <p:grpSpPr>
          <a:xfrm>
            <a:off x="6461354" y="1348715"/>
            <a:ext cx="819088" cy="936283"/>
            <a:chOff x="4175355" y="1185877"/>
            <a:chExt cx="819088" cy="936283"/>
          </a:xfrm>
        </p:grpSpPr>
        <p:sp>
          <p:nvSpPr>
            <p:cNvPr id="255" name="Google Shape;255;p29"/>
            <p:cNvSpPr/>
            <p:nvPr/>
          </p:nvSpPr>
          <p:spPr>
            <a:xfrm>
              <a:off x="4175355" y="1426465"/>
              <a:ext cx="409559" cy="695695"/>
            </a:xfrm>
            <a:custGeom>
              <a:avLst/>
              <a:gdLst/>
              <a:ahLst/>
              <a:cxnLst/>
              <a:rect l="l" t="t" r="r" b="b"/>
              <a:pathLst>
                <a:path w="13479" h="22896" extrusionOk="0">
                  <a:moveTo>
                    <a:pt x="1" y="0"/>
                  </a:moveTo>
                  <a:lnTo>
                    <a:pt x="1" y="15085"/>
                  </a:lnTo>
                  <a:lnTo>
                    <a:pt x="13479" y="22896"/>
                  </a:lnTo>
                  <a:lnTo>
                    <a:pt x="13479" y="782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D99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29"/>
            <p:cNvSpPr/>
            <p:nvPr/>
          </p:nvSpPr>
          <p:spPr>
            <a:xfrm>
              <a:off x="4584884" y="1426465"/>
              <a:ext cx="409559" cy="695695"/>
            </a:xfrm>
            <a:custGeom>
              <a:avLst/>
              <a:gdLst/>
              <a:ahLst/>
              <a:cxnLst/>
              <a:rect l="l" t="t" r="r" b="b"/>
              <a:pathLst>
                <a:path w="13479" h="22896" extrusionOk="0">
                  <a:moveTo>
                    <a:pt x="13479" y="0"/>
                  </a:moveTo>
                  <a:lnTo>
                    <a:pt x="1" y="7823"/>
                  </a:lnTo>
                  <a:lnTo>
                    <a:pt x="1" y="22896"/>
                  </a:lnTo>
                  <a:lnTo>
                    <a:pt x="13479" y="15085"/>
                  </a:lnTo>
                  <a:lnTo>
                    <a:pt x="13479" y="0"/>
                  </a:lnTo>
                  <a:close/>
                </a:path>
              </a:pathLst>
            </a:custGeom>
            <a:solidFill>
              <a:srgbClr val="EA6E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29"/>
            <p:cNvSpPr/>
            <p:nvPr/>
          </p:nvSpPr>
          <p:spPr>
            <a:xfrm>
              <a:off x="4175355" y="1185877"/>
              <a:ext cx="819088" cy="478290"/>
            </a:xfrm>
            <a:custGeom>
              <a:avLst/>
              <a:gdLst/>
              <a:ahLst/>
              <a:cxnLst/>
              <a:rect l="l" t="t" r="r" b="b"/>
              <a:pathLst>
                <a:path w="26957" h="15741" extrusionOk="0">
                  <a:moveTo>
                    <a:pt x="13479" y="1"/>
                  </a:moveTo>
                  <a:lnTo>
                    <a:pt x="1" y="7918"/>
                  </a:lnTo>
                  <a:lnTo>
                    <a:pt x="13479" y="15741"/>
                  </a:lnTo>
                  <a:lnTo>
                    <a:pt x="26957" y="7918"/>
                  </a:lnTo>
                  <a:lnTo>
                    <a:pt x="134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29"/>
            <p:cNvSpPr/>
            <p:nvPr/>
          </p:nvSpPr>
          <p:spPr>
            <a:xfrm>
              <a:off x="4532439" y="1396779"/>
              <a:ext cx="108566" cy="57914"/>
            </a:xfrm>
            <a:custGeom>
              <a:avLst/>
              <a:gdLst/>
              <a:ahLst/>
              <a:cxnLst/>
              <a:rect l="l" t="t" r="r" b="b"/>
              <a:pathLst>
                <a:path w="3573" h="1906" extrusionOk="0">
                  <a:moveTo>
                    <a:pt x="1786" y="1"/>
                  </a:moveTo>
                  <a:cubicBezTo>
                    <a:pt x="798" y="1"/>
                    <a:pt x="0" y="430"/>
                    <a:pt x="0" y="953"/>
                  </a:cubicBezTo>
                  <a:cubicBezTo>
                    <a:pt x="0" y="1477"/>
                    <a:pt x="798" y="1906"/>
                    <a:pt x="1786" y="1906"/>
                  </a:cubicBezTo>
                  <a:cubicBezTo>
                    <a:pt x="2775" y="1906"/>
                    <a:pt x="3572" y="1477"/>
                    <a:pt x="3572" y="953"/>
                  </a:cubicBezTo>
                  <a:cubicBezTo>
                    <a:pt x="3572" y="430"/>
                    <a:pt x="2775" y="1"/>
                    <a:pt x="17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29"/>
            <p:cNvSpPr/>
            <p:nvPr/>
          </p:nvSpPr>
          <p:spPr>
            <a:xfrm>
              <a:off x="4308866" y="1396779"/>
              <a:ext cx="108566" cy="57914"/>
            </a:xfrm>
            <a:custGeom>
              <a:avLst/>
              <a:gdLst/>
              <a:ahLst/>
              <a:cxnLst/>
              <a:rect l="l" t="t" r="r" b="b"/>
              <a:pathLst>
                <a:path w="3573" h="1906" extrusionOk="0">
                  <a:moveTo>
                    <a:pt x="1786" y="1"/>
                  </a:moveTo>
                  <a:cubicBezTo>
                    <a:pt x="798" y="1"/>
                    <a:pt x="0" y="430"/>
                    <a:pt x="0" y="953"/>
                  </a:cubicBezTo>
                  <a:cubicBezTo>
                    <a:pt x="0" y="1477"/>
                    <a:pt x="798" y="1906"/>
                    <a:pt x="1786" y="1906"/>
                  </a:cubicBezTo>
                  <a:cubicBezTo>
                    <a:pt x="2774" y="1906"/>
                    <a:pt x="3572" y="1477"/>
                    <a:pt x="3572" y="953"/>
                  </a:cubicBezTo>
                  <a:cubicBezTo>
                    <a:pt x="3572" y="430"/>
                    <a:pt x="2774" y="1"/>
                    <a:pt x="17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9"/>
            <p:cNvSpPr/>
            <p:nvPr/>
          </p:nvSpPr>
          <p:spPr>
            <a:xfrm>
              <a:off x="4735381" y="1396779"/>
              <a:ext cx="108566" cy="57914"/>
            </a:xfrm>
            <a:custGeom>
              <a:avLst/>
              <a:gdLst/>
              <a:ahLst/>
              <a:cxnLst/>
              <a:rect l="l" t="t" r="r" b="b"/>
              <a:pathLst>
                <a:path w="3573" h="1906" extrusionOk="0">
                  <a:moveTo>
                    <a:pt x="1787" y="1"/>
                  </a:moveTo>
                  <a:cubicBezTo>
                    <a:pt x="798" y="1"/>
                    <a:pt x="1" y="430"/>
                    <a:pt x="1" y="953"/>
                  </a:cubicBezTo>
                  <a:cubicBezTo>
                    <a:pt x="1" y="1477"/>
                    <a:pt x="798" y="1906"/>
                    <a:pt x="1787" y="1906"/>
                  </a:cubicBezTo>
                  <a:cubicBezTo>
                    <a:pt x="2775" y="1906"/>
                    <a:pt x="3573" y="1477"/>
                    <a:pt x="3573" y="953"/>
                  </a:cubicBezTo>
                  <a:cubicBezTo>
                    <a:pt x="3573" y="430"/>
                    <a:pt x="2775" y="1"/>
                    <a:pt x="17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9"/>
            <p:cNvSpPr/>
            <p:nvPr/>
          </p:nvSpPr>
          <p:spPr>
            <a:xfrm>
              <a:off x="4335271" y="1720136"/>
              <a:ext cx="92644" cy="107958"/>
            </a:xfrm>
            <a:custGeom>
              <a:avLst/>
              <a:gdLst/>
              <a:ahLst/>
              <a:cxnLst/>
              <a:rect l="l" t="t" r="r" b="b"/>
              <a:pathLst>
                <a:path w="3049" h="3553" extrusionOk="0">
                  <a:moveTo>
                    <a:pt x="817" y="1"/>
                  </a:moveTo>
                  <a:cubicBezTo>
                    <a:pt x="697" y="1"/>
                    <a:pt x="586" y="28"/>
                    <a:pt x="489" y="86"/>
                  </a:cubicBezTo>
                  <a:cubicBezTo>
                    <a:pt x="0" y="396"/>
                    <a:pt x="60" y="1396"/>
                    <a:pt x="620" y="2325"/>
                  </a:cubicBezTo>
                  <a:cubicBezTo>
                    <a:pt x="1081" y="3074"/>
                    <a:pt x="1736" y="3553"/>
                    <a:pt x="2235" y="3553"/>
                  </a:cubicBezTo>
                  <a:cubicBezTo>
                    <a:pt x="2354" y="3553"/>
                    <a:pt x="2464" y="3525"/>
                    <a:pt x="2560" y="3468"/>
                  </a:cubicBezTo>
                  <a:cubicBezTo>
                    <a:pt x="3048" y="3158"/>
                    <a:pt x="2989" y="2158"/>
                    <a:pt x="2417" y="1229"/>
                  </a:cubicBezTo>
                  <a:cubicBezTo>
                    <a:pt x="1957" y="472"/>
                    <a:pt x="1312" y="1"/>
                    <a:pt x="81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9"/>
            <p:cNvSpPr/>
            <p:nvPr/>
          </p:nvSpPr>
          <p:spPr>
            <a:xfrm>
              <a:off x="4738996" y="1716308"/>
              <a:ext cx="97718" cy="113336"/>
            </a:xfrm>
            <a:custGeom>
              <a:avLst/>
              <a:gdLst/>
              <a:ahLst/>
              <a:cxnLst/>
              <a:rect l="l" t="t" r="r" b="b"/>
              <a:pathLst>
                <a:path w="3216" h="3730" extrusionOk="0">
                  <a:moveTo>
                    <a:pt x="2343" y="0"/>
                  </a:moveTo>
                  <a:cubicBezTo>
                    <a:pt x="1823" y="0"/>
                    <a:pt x="1146" y="500"/>
                    <a:pt x="668" y="1284"/>
                  </a:cubicBezTo>
                  <a:cubicBezTo>
                    <a:pt x="72" y="2272"/>
                    <a:pt x="1" y="3320"/>
                    <a:pt x="525" y="3641"/>
                  </a:cubicBezTo>
                  <a:cubicBezTo>
                    <a:pt x="625" y="3701"/>
                    <a:pt x="740" y="3729"/>
                    <a:pt x="864" y="3729"/>
                  </a:cubicBezTo>
                  <a:cubicBezTo>
                    <a:pt x="1384" y="3729"/>
                    <a:pt x="2068" y="3228"/>
                    <a:pt x="2549" y="2439"/>
                  </a:cubicBezTo>
                  <a:cubicBezTo>
                    <a:pt x="3144" y="1463"/>
                    <a:pt x="3216" y="415"/>
                    <a:pt x="2692" y="93"/>
                  </a:cubicBezTo>
                  <a:cubicBezTo>
                    <a:pt x="2588" y="30"/>
                    <a:pt x="2471" y="0"/>
                    <a:pt x="23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9"/>
            <p:cNvSpPr/>
            <p:nvPr/>
          </p:nvSpPr>
          <p:spPr>
            <a:xfrm>
              <a:off x="4618884" y="1666720"/>
              <a:ext cx="97718" cy="113154"/>
            </a:xfrm>
            <a:custGeom>
              <a:avLst/>
              <a:gdLst/>
              <a:ahLst/>
              <a:cxnLst/>
              <a:rect l="l" t="t" r="r" b="b"/>
              <a:pathLst>
                <a:path w="3216" h="3724" extrusionOk="0">
                  <a:moveTo>
                    <a:pt x="2348" y="1"/>
                  </a:moveTo>
                  <a:cubicBezTo>
                    <a:pt x="1831" y="1"/>
                    <a:pt x="1146" y="501"/>
                    <a:pt x="668" y="1285"/>
                  </a:cubicBezTo>
                  <a:cubicBezTo>
                    <a:pt x="72" y="2261"/>
                    <a:pt x="1" y="3321"/>
                    <a:pt x="525" y="3630"/>
                  </a:cubicBezTo>
                  <a:cubicBezTo>
                    <a:pt x="628" y="3694"/>
                    <a:pt x="746" y="3724"/>
                    <a:pt x="873" y="3724"/>
                  </a:cubicBezTo>
                  <a:cubicBezTo>
                    <a:pt x="1393" y="3724"/>
                    <a:pt x="2071" y="3224"/>
                    <a:pt x="2549" y="2440"/>
                  </a:cubicBezTo>
                  <a:cubicBezTo>
                    <a:pt x="3156" y="1463"/>
                    <a:pt x="3216" y="416"/>
                    <a:pt x="2692" y="94"/>
                  </a:cubicBezTo>
                  <a:cubicBezTo>
                    <a:pt x="2591" y="31"/>
                    <a:pt x="2474" y="1"/>
                    <a:pt x="23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9"/>
            <p:cNvSpPr/>
            <p:nvPr/>
          </p:nvSpPr>
          <p:spPr>
            <a:xfrm>
              <a:off x="4859838" y="1520355"/>
              <a:ext cx="97718" cy="113366"/>
            </a:xfrm>
            <a:custGeom>
              <a:avLst/>
              <a:gdLst/>
              <a:ahLst/>
              <a:cxnLst/>
              <a:rect l="l" t="t" r="r" b="b"/>
              <a:pathLst>
                <a:path w="3216" h="3731" extrusionOk="0">
                  <a:moveTo>
                    <a:pt x="2348" y="0"/>
                  </a:moveTo>
                  <a:cubicBezTo>
                    <a:pt x="1828" y="0"/>
                    <a:pt x="1147" y="495"/>
                    <a:pt x="667" y="1292"/>
                  </a:cubicBezTo>
                  <a:cubicBezTo>
                    <a:pt x="72" y="2268"/>
                    <a:pt x="1" y="3316"/>
                    <a:pt x="524" y="3637"/>
                  </a:cubicBezTo>
                  <a:cubicBezTo>
                    <a:pt x="627" y="3700"/>
                    <a:pt x="745" y="3731"/>
                    <a:pt x="872" y="3731"/>
                  </a:cubicBezTo>
                  <a:cubicBezTo>
                    <a:pt x="1392" y="3731"/>
                    <a:pt x="2070" y="3229"/>
                    <a:pt x="2548" y="2435"/>
                  </a:cubicBezTo>
                  <a:cubicBezTo>
                    <a:pt x="3156" y="1458"/>
                    <a:pt x="3215" y="411"/>
                    <a:pt x="2691" y="89"/>
                  </a:cubicBezTo>
                  <a:cubicBezTo>
                    <a:pt x="2590" y="29"/>
                    <a:pt x="2474" y="0"/>
                    <a:pt x="23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9"/>
            <p:cNvSpPr/>
            <p:nvPr/>
          </p:nvSpPr>
          <p:spPr>
            <a:xfrm>
              <a:off x="4620343" y="1918156"/>
              <a:ext cx="97718" cy="113154"/>
            </a:xfrm>
            <a:custGeom>
              <a:avLst/>
              <a:gdLst/>
              <a:ahLst/>
              <a:cxnLst/>
              <a:rect l="l" t="t" r="r" b="b"/>
              <a:pathLst>
                <a:path w="3216" h="3724" extrusionOk="0">
                  <a:moveTo>
                    <a:pt x="2343" y="1"/>
                  </a:moveTo>
                  <a:cubicBezTo>
                    <a:pt x="1823" y="1"/>
                    <a:pt x="1145" y="501"/>
                    <a:pt x="667" y="1285"/>
                  </a:cubicBezTo>
                  <a:cubicBezTo>
                    <a:pt x="72" y="2261"/>
                    <a:pt x="1" y="3309"/>
                    <a:pt x="524" y="3630"/>
                  </a:cubicBezTo>
                  <a:cubicBezTo>
                    <a:pt x="628" y="3694"/>
                    <a:pt x="746" y="3724"/>
                    <a:pt x="873" y="3724"/>
                  </a:cubicBezTo>
                  <a:cubicBezTo>
                    <a:pt x="1393" y="3724"/>
                    <a:pt x="2070" y="3224"/>
                    <a:pt x="2549" y="2440"/>
                  </a:cubicBezTo>
                  <a:cubicBezTo>
                    <a:pt x="3156" y="1463"/>
                    <a:pt x="3215" y="404"/>
                    <a:pt x="2691" y="94"/>
                  </a:cubicBezTo>
                  <a:cubicBezTo>
                    <a:pt x="2588" y="31"/>
                    <a:pt x="2470" y="1"/>
                    <a:pt x="23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9"/>
            <p:cNvSpPr/>
            <p:nvPr/>
          </p:nvSpPr>
          <p:spPr>
            <a:xfrm>
              <a:off x="4859838" y="1772368"/>
              <a:ext cx="97718" cy="113154"/>
            </a:xfrm>
            <a:custGeom>
              <a:avLst/>
              <a:gdLst/>
              <a:ahLst/>
              <a:cxnLst/>
              <a:rect l="l" t="t" r="r" b="b"/>
              <a:pathLst>
                <a:path w="3216" h="3724" extrusionOk="0">
                  <a:moveTo>
                    <a:pt x="2343" y="0"/>
                  </a:moveTo>
                  <a:cubicBezTo>
                    <a:pt x="1823" y="0"/>
                    <a:pt x="1145" y="500"/>
                    <a:pt x="667" y="1284"/>
                  </a:cubicBezTo>
                  <a:cubicBezTo>
                    <a:pt x="72" y="2261"/>
                    <a:pt x="1" y="3320"/>
                    <a:pt x="524" y="3630"/>
                  </a:cubicBezTo>
                  <a:cubicBezTo>
                    <a:pt x="628" y="3693"/>
                    <a:pt x="745" y="3723"/>
                    <a:pt x="873" y="3723"/>
                  </a:cubicBezTo>
                  <a:cubicBezTo>
                    <a:pt x="1393" y="3723"/>
                    <a:pt x="2070" y="3223"/>
                    <a:pt x="2548" y="2439"/>
                  </a:cubicBezTo>
                  <a:cubicBezTo>
                    <a:pt x="3144" y="1463"/>
                    <a:pt x="3215" y="415"/>
                    <a:pt x="2691" y="94"/>
                  </a:cubicBezTo>
                  <a:cubicBezTo>
                    <a:pt x="2588" y="31"/>
                    <a:pt x="2470" y="0"/>
                    <a:pt x="234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7" name="Google Shape;267;p29"/>
          <p:cNvSpPr/>
          <p:nvPr/>
        </p:nvSpPr>
        <p:spPr>
          <a:xfrm>
            <a:off x="7883858" y="2751394"/>
            <a:ext cx="92644" cy="107928"/>
          </a:xfrm>
          <a:custGeom>
            <a:avLst/>
            <a:gdLst/>
            <a:ahLst/>
            <a:cxnLst/>
            <a:rect l="l" t="t" r="r" b="b"/>
            <a:pathLst>
              <a:path w="3049" h="3552" extrusionOk="0">
                <a:moveTo>
                  <a:pt x="820" y="1"/>
                </a:moveTo>
                <a:cubicBezTo>
                  <a:pt x="703" y="1"/>
                  <a:pt x="594" y="28"/>
                  <a:pt x="500" y="86"/>
                </a:cubicBezTo>
                <a:cubicBezTo>
                  <a:pt x="0" y="395"/>
                  <a:pt x="60" y="1395"/>
                  <a:pt x="631" y="2324"/>
                </a:cubicBezTo>
                <a:cubicBezTo>
                  <a:pt x="1093" y="3074"/>
                  <a:pt x="1740" y="3552"/>
                  <a:pt x="2236" y="3552"/>
                </a:cubicBezTo>
                <a:cubicBezTo>
                  <a:pt x="2354" y="3552"/>
                  <a:pt x="2464" y="3524"/>
                  <a:pt x="2560" y="3467"/>
                </a:cubicBezTo>
                <a:cubicBezTo>
                  <a:pt x="3048" y="3157"/>
                  <a:pt x="2989" y="2157"/>
                  <a:pt x="2429" y="1229"/>
                </a:cubicBezTo>
                <a:cubicBezTo>
                  <a:pt x="1968" y="479"/>
                  <a:pt x="1313" y="1"/>
                  <a:pt x="820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8" name="Google Shape;268;p29"/>
          <p:cNvGrpSpPr/>
          <p:nvPr/>
        </p:nvGrpSpPr>
        <p:grpSpPr>
          <a:xfrm>
            <a:off x="7600943" y="2015622"/>
            <a:ext cx="818724" cy="936283"/>
            <a:chOff x="5314944" y="1852784"/>
            <a:chExt cx="818724" cy="936283"/>
          </a:xfrm>
        </p:grpSpPr>
        <p:sp>
          <p:nvSpPr>
            <p:cNvPr id="269" name="Google Shape;269;p29"/>
            <p:cNvSpPr/>
            <p:nvPr/>
          </p:nvSpPr>
          <p:spPr>
            <a:xfrm>
              <a:off x="5314944" y="2093706"/>
              <a:ext cx="409559" cy="695361"/>
            </a:xfrm>
            <a:custGeom>
              <a:avLst/>
              <a:gdLst/>
              <a:ahLst/>
              <a:cxnLst/>
              <a:rect l="l" t="t" r="r" b="b"/>
              <a:pathLst>
                <a:path w="13479" h="22885" extrusionOk="0">
                  <a:moveTo>
                    <a:pt x="1" y="1"/>
                  </a:moveTo>
                  <a:lnTo>
                    <a:pt x="1" y="15074"/>
                  </a:lnTo>
                  <a:lnTo>
                    <a:pt x="13478" y="22884"/>
                  </a:lnTo>
                  <a:lnTo>
                    <a:pt x="13478" y="78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DD7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9"/>
            <p:cNvSpPr/>
            <p:nvPr/>
          </p:nvSpPr>
          <p:spPr>
            <a:xfrm>
              <a:off x="5724473" y="2093706"/>
              <a:ext cx="409195" cy="695361"/>
            </a:xfrm>
            <a:custGeom>
              <a:avLst/>
              <a:gdLst/>
              <a:ahLst/>
              <a:cxnLst/>
              <a:rect l="l" t="t" r="r" b="b"/>
              <a:pathLst>
                <a:path w="13467" h="22885" extrusionOk="0">
                  <a:moveTo>
                    <a:pt x="13466" y="1"/>
                  </a:moveTo>
                  <a:lnTo>
                    <a:pt x="0" y="7811"/>
                  </a:lnTo>
                  <a:lnTo>
                    <a:pt x="0" y="22884"/>
                  </a:lnTo>
                  <a:lnTo>
                    <a:pt x="13466" y="15074"/>
                  </a:lnTo>
                  <a:lnTo>
                    <a:pt x="13466" y="1"/>
                  </a:lnTo>
                  <a:close/>
                </a:path>
              </a:pathLst>
            </a:custGeom>
            <a:solidFill>
              <a:srgbClr val="E0921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9"/>
            <p:cNvSpPr/>
            <p:nvPr/>
          </p:nvSpPr>
          <p:spPr>
            <a:xfrm>
              <a:off x="5314944" y="1852784"/>
              <a:ext cx="818724" cy="478290"/>
            </a:xfrm>
            <a:custGeom>
              <a:avLst/>
              <a:gdLst/>
              <a:ahLst/>
              <a:cxnLst/>
              <a:rect l="l" t="t" r="r" b="b"/>
              <a:pathLst>
                <a:path w="26945" h="15741" extrusionOk="0">
                  <a:moveTo>
                    <a:pt x="13478" y="0"/>
                  </a:moveTo>
                  <a:lnTo>
                    <a:pt x="1" y="7930"/>
                  </a:lnTo>
                  <a:lnTo>
                    <a:pt x="13478" y="15740"/>
                  </a:lnTo>
                  <a:lnTo>
                    <a:pt x="26944" y="7930"/>
                  </a:lnTo>
                  <a:lnTo>
                    <a:pt x="13478" y="0"/>
                  </a:lnTo>
                  <a:close/>
                </a:path>
              </a:pathLst>
            </a:custGeom>
            <a:solidFill>
              <a:srgbClr val="EBB0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29"/>
            <p:cNvSpPr/>
            <p:nvPr/>
          </p:nvSpPr>
          <p:spPr>
            <a:xfrm>
              <a:off x="5899582" y="2064051"/>
              <a:ext cx="108535" cy="57549"/>
            </a:xfrm>
            <a:custGeom>
              <a:avLst/>
              <a:gdLst/>
              <a:ahLst/>
              <a:cxnLst/>
              <a:rect l="l" t="t" r="r" b="b"/>
              <a:pathLst>
                <a:path w="3572" h="1894" extrusionOk="0">
                  <a:moveTo>
                    <a:pt x="1786" y="0"/>
                  </a:moveTo>
                  <a:cubicBezTo>
                    <a:pt x="798" y="0"/>
                    <a:pt x="0" y="417"/>
                    <a:pt x="0" y="941"/>
                  </a:cubicBezTo>
                  <a:cubicBezTo>
                    <a:pt x="0" y="1465"/>
                    <a:pt x="798" y="1893"/>
                    <a:pt x="1786" y="1893"/>
                  </a:cubicBezTo>
                  <a:cubicBezTo>
                    <a:pt x="2762" y="1893"/>
                    <a:pt x="3572" y="1465"/>
                    <a:pt x="3572" y="941"/>
                  </a:cubicBezTo>
                  <a:cubicBezTo>
                    <a:pt x="3572" y="417"/>
                    <a:pt x="2762" y="0"/>
                    <a:pt x="17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9"/>
            <p:cNvSpPr/>
            <p:nvPr/>
          </p:nvSpPr>
          <p:spPr>
            <a:xfrm>
              <a:off x="5424573" y="2064051"/>
              <a:ext cx="108566" cy="57549"/>
            </a:xfrm>
            <a:custGeom>
              <a:avLst/>
              <a:gdLst/>
              <a:ahLst/>
              <a:cxnLst/>
              <a:rect l="l" t="t" r="r" b="b"/>
              <a:pathLst>
                <a:path w="3573" h="1894" extrusionOk="0">
                  <a:moveTo>
                    <a:pt x="1786" y="0"/>
                  </a:moveTo>
                  <a:cubicBezTo>
                    <a:pt x="798" y="0"/>
                    <a:pt x="0" y="417"/>
                    <a:pt x="0" y="941"/>
                  </a:cubicBezTo>
                  <a:cubicBezTo>
                    <a:pt x="0" y="1465"/>
                    <a:pt x="798" y="1893"/>
                    <a:pt x="1786" y="1893"/>
                  </a:cubicBezTo>
                  <a:cubicBezTo>
                    <a:pt x="2762" y="1893"/>
                    <a:pt x="3572" y="1465"/>
                    <a:pt x="3572" y="941"/>
                  </a:cubicBezTo>
                  <a:cubicBezTo>
                    <a:pt x="3572" y="417"/>
                    <a:pt x="2762" y="0"/>
                    <a:pt x="17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9"/>
            <p:cNvSpPr/>
            <p:nvPr/>
          </p:nvSpPr>
          <p:spPr>
            <a:xfrm>
              <a:off x="5671664" y="2200418"/>
              <a:ext cx="108535" cy="57914"/>
            </a:xfrm>
            <a:custGeom>
              <a:avLst/>
              <a:gdLst/>
              <a:ahLst/>
              <a:cxnLst/>
              <a:rect l="l" t="t" r="r" b="b"/>
              <a:pathLst>
                <a:path w="3572" h="1906" extrusionOk="0">
                  <a:moveTo>
                    <a:pt x="1786" y="1"/>
                  </a:moveTo>
                  <a:cubicBezTo>
                    <a:pt x="810" y="1"/>
                    <a:pt x="0" y="430"/>
                    <a:pt x="0" y="953"/>
                  </a:cubicBezTo>
                  <a:cubicBezTo>
                    <a:pt x="0" y="1477"/>
                    <a:pt x="810" y="1906"/>
                    <a:pt x="1786" y="1906"/>
                  </a:cubicBezTo>
                  <a:cubicBezTo>
                    <a:pt x="2774" y="1906"/>
                    <a:pt x="3572" y="1477"/>
                    <a:pt x="3572" y="953"/>
                  </a:cubicBezTo>
                  <a:cubicBezTo>
                    <a:pt x="3572" y="430"/>
                    <a:pt x="2774" y="1"/>
                    <a:pt x="17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9"/>
            <p:cNvSpPr/>
            <p:nvPr/>
          </p:nvSpPr>
          <p:spPr>
            <a:xfrm>
              <a:off x="5671664" y="1930205"/>
              <a:ext cx="108535" cy="57883"/>
            </a:xfrm>
            <a:custGeom>
              <a:avLst/>
              <a:gdLst/>
              <a:ahLst/>
              <a:cxnLst/>
              <a:rect l="l" t="t" r="r" b="b"/>
              <a:pathLst>
                <a:path w="3572" h="1905" extrusionOk="0">
                  <a:moveTo>
                    <a:pt x="1786" y="0"/>
                  </a:moveTo>
                  <a:cubicBezTo>
                    <a:pt x="810" y="0"/>
                    <a:pt x="0" y="429"/>
                    <a:pt x="0" y="953"/>
                  </a:cubicBezTo>
                  <a:cubicBezTo>
                    <a:pt x="0" y="1476"/>
                    <a:pt x="810" y="1905"/>
                    <a:pt x="1786" y="1905"/>
                  </a:cubicBezTo>
                  <a:cubicBezTo>
                    <a:pt x="2774" y="1905"/>
                    <a:pt x="3572" y="1476"/>
                    <a:pt x="3572" y="953"/>
                  </a:cubicBezTo>
                  <a:cubicBezTo>
                    <a:pt x="3572" y="429"/>
                    <a:pt x="2774" y="0"/>
                    <a:pt x="17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9"/>
            <p:cNvSpPr/>
            <p:nvPr/>
          </p:nvSpPr>
          <p:spPr>
            <a:xfrm>
              <a:off x="5474496" y="2387073"/>
              <a:ext cx="93008" cy="107897"/>
            </a:xfrm>
            <a:custGeom>
              <a:avLst/>
              <a:gdLst/>
              <a:ahLst/>
              <a:cxnLst/>
              <a:rect l="l" t="t" r="r" b="b"/>
              <a:pathLst>
                <a:path w="3061" h="3551" extrusionOk="0">
                  <a:moveTo>
                    <a:pt x="820" y="0"/>
                  </a:moveTo>
                  <a:cubicBezTo>
                    <a:pt x="703" y="0"/>
                    <a:pt x="594" y="28"/>
                    <a:pt x="500" y="85"/>
                  </a:cubicBezTo>
                  <a:cubicBezTo>
                    <a:pt x="0" y="394"/>
                    <a:pt x="60" y="1395"/>
                    <a:pt x="631" y="2323"/>
                  </a:cubicBezTo>
                  <a:cubicBezTo>
                    <a:pt x="1093" y="3073"/>
                    <a:pt x="1740" y="3551"/>
                    <a:pt x="2236" y="3551"/>
                  </a:cubicBezTo>
                  <a:cubicBezTo>
                    <a:pt x="2354" y="3551"/>
                    <a:pt x="2464" y="3524"/>
                    <a:pt x="2560" y="3466"/>
                  </a:cubicBezTo>
                  <a:cubicBezTo>
                    <a:pt x="3060" y="3157"/>
                    <a:pt x="3001" y="2157"/>
                    <a:pt x="2429" y="1228"/>
                  </a:cubicBezTo>
                  <a:cubicBezTo>
                    <a:pt x="1968" y="478"/>
                    <a:pt x="1313" y="0"/>
                    <a:pt x="8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9"/>
            <p:cNvSpPr/>
            <p:nvPr/>
          </p:nvSpPr>
          <p:spPr>
            <a:xfrm>
              <a:off x="5359093" y="2198413"/>
              <a:ext cx="93008" cy="107897"/>
            </a:xfrm>
            <a:custGeom>
              <a:avLst/>
              <a:gdLst/>
              <a:ahLst/>
              <a:cxnLst/>
              <a:rect l="l" t="t" r="r" b="b"/>
              <a:pathLst>
                <a:path w="3061" h="3551" extrusionOk="0">
                  <a:moveTo>
                    <a:pt x="830" y="0"/>
                  </a:moveTo>
                  <a:cubicBezTo>
                    <a:pt x="709" y="0"/>
                    <a:pt x="597" y="29"/>
                    <a:pt x="500" y="91"/>
                  </a:cubicBezTo>
                  <a:cubicBezTo>
                    <a:pt x="0" y="388"/>
                    <a:pt x="60" y="1389"/>
                    <a:pt x="631" y="2317"/>
                  </a:cubicBezTo>
                  <a:cubicBezTo>
                    <a:pt x="1090" y="3072"/>
                    <a:pt x="1732" y="3551"/>
                    <a:pt x="2226" y="3551"/>
                  </a:cubicBezTo>
                  <a:cubicBezTo>
                    <a:pt x="2348" y="3551"/>
                    <a:pt x="2461" y="3521"/>
                    <a:pt x="2560" y="3460"/>
                  </a:cubicBezTo>
                  <a:cubicBezTo>
                    <a:pt x="3060" y="3163"/>
                    <a:pt x="3001" y="2151"/>
                    <a:pt x="2429" y="1222"/>
                  </a:cubicBezTo>
                  <a:cubicBezTo>
                    <a:pt x="1971" y="477"/>
                    <a:pt x="1321" y="0"/>
                    <a:pt x="8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9"/>
            <p:cNvSpPr/>
            <p:nvPr/>
          </p:nvSpPr>
          <p:spPr>
            <a:xfrm>
              <a:off x="5878586" y="2383184"/>
              <a:ext cx="97718" cy="113518"/>
            </a:xfrm>
            <a:custGeom>
              <a:avLst/>
              <a:gdLst/>
              <a:ahLst/>
              <a:cxnLst/>
              <a:rect l="l" t="t" r="r" b="b"/>
              <a:pathLst>
                <a:path w="3216" h="3736" extrusionOk="0">
                  <a:moveTo>
                    <a:pt x="2343" y="1"/>
                  </a:moveTo>
                  <a:cubicBezTo>
                    <a:pt x="1824" y="1"/>
                    <a:pt x="1146" y="502"/>
                    <a:pt x="667" y="1296"/>
                  </a:cubicBezTo>
                  <a:cubicBezTo>
                    <a:pt x="60" y="2273"/>
                    <a:pt x="1" y="3320"/>
                    <a:pt x="524" y="3642"/>
                  </a:cubicBezTo>
                  <a:cubicBezTo>
                    <a:pt x="625" y="3705"/>
                    <a:pt x="741" y="3735"/>
                    <a:pt x="868" y="3735"/>
                  </a:cubicBezTo>
                  <a:cubicBezTo>
                    <a:pt x="1384" y="3735"/>
                    <a:pt x="2070" y="3233"/>
                    <a:pt x="2548" y="2439"/>
                  </a:cubicBezTo>
                  <a:cubicBezTo>
                    <a:pt x="3144" y="1463"/>
                    <a:pt x="3215" y="415"/>
                    <a:pt x="2691" y="94"/>
                  </a:cubicBezTo>
                  <a:cubicBezTo>
                    <a:pt x="2588" y="31"/>
                    <a:pt x="2471" y="1"/>
                    <a:pt x="23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2" name="Google Shape;292;p29"/>
          <p:cNvSpPr txBox="1"/>
          <p:nvPr/>
        </p:nvSpPr>
        <p:spPr>
          <a:xfrm>
            <a:off x="717800" y="1431856"/>
            <a:ext cx="2890908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>
              <a:lnSpc>
                <a:spcPts val="2734"/>
              </a:lnSpc>
              <a:buNone/>
            </a:pPr>
            <a:r>
              <a:rPr lang="en-US" sz="1800" b="1" dirty="0">
                <a:solidFill>
                  <a:srgbClr val="F2B42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Verified the Functionality of the Dice Roll</a:t>
            </a:r>
            <a:endParaRPr lang="en-US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D3DC5E-F17F-0AF4-176C-3B65402278E7}"/>
              </a:ext>
            </a:extLst>
          </p:cNvPr>
          <p:cNvSpPr txBox="1"/>
          <p:nvPr/>
        </p:nvSpPr>
        <p:spPr>
          <a:xfrm>
            <a:off x="704247" y="2150307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Thoroughly tested the app to ensure accurate and random results for each roll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p45"/>
          <p:cNvSpPr txBox="1">
            <a:spLocks noGrp="1"/>
          </p:cNvSpPr>
          <p:nvPr>
            <p:ph type="title"/>
          </p:nvPr>
        </p:nvSpPr>
        <p:spPr>
          <a:xfrm>
            <a:off x="710275" y="536650"/>
            <a:ext cx="77235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Conclusion</a:t>
            </a:r>
          </a:p>
        </p:txBody>
      </p:sp>
      <p:grpSp>
        <p:nvGrpSpPr>
          <p:cNvPr id="1649" name="Google Shape;1649;p45"/>
          <p:cNvGrpSpPr/>
          <p:nvPr/>
        </p:nvGrpSpPr>
        <p:grpSpPr>
          <a:xfrm>
            <a:off x="796196" y="1301545"/>
            <a:ext cx="2510323" cy="2889679"/>
            <a:chOff x="1420438" y="1257650"/>
            <a:chExt cx="2741725" cy="3156050"/>
          </a:xfrm>
        </p:grpSpPr>
        <p:sp>
          <p:nvSpPr>
            <p:cNvPr id="1650" name="Google Shape;1650;p45"/>
            <p:cNvSpPr/>
            <p:nvPr/>
          </p:nvSpPr>
          <p:spPr>
            <a:xfrm>
              <a:off x="1420438" y="2053875"/>
              <a:ext cx="1371325" cy="2359825"/>
            </a:xfrm>
            <a:custGeom>
              <a:avLst/>
              <a:gdLst/>
              <a:ahLst/>
              <a:cxnLst/>
              <a:rect l="l" t="t" r="r" b="b"/>
              <a:pathLst>
                <a:path w="54853" h="94393" extrusionOk="0">
                  <a:moveTo>
                    <a:pt x="179" y="0"/>
                  </a:moveTo>
                  <a:lnTo>
                    <a:pt x="1" y="62818"/>
                  </a:lnTo>
                  <a:lnTo>
                    <a:pt x="54674" y="94393"/>
                  </a:lnTo>
                  <a:lnTo>
                    <a:pt x="54853" y="31564"/>
                  </a:lnTo>
                  <a:lnTo>
                    <a:pt x="17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45"/>
            <p:cNvSpPr/>
            <p:nvPr/>
          </p:nvSpPr>
          <p:spPr>
            <a:xfrm>
              <a:off x="1650813" y="2428650"/>
              <a:ext cx="217325" cy="279100"/>
            </a:xfrm>
            <a:custGeom>
              <a:avLst/>
              <a:gdLst/>
              <a:ahLst/>
              <a:cxnLst/>
              <a:rect l="l" t="t" r="r" b="b"/>
              <a:pathLst>
                <a:path w="8693" h="11164" extrusionOk="0">
                  <a:moveTo>
                    <a:pt x="2419" y="0"/>
                  </a:moveTo>
                  <a:cubicBezTo>
                    <a:pt x="997" y="0"/>
                    <a:pt x="21" y="1124"/>
                    <a:pt x="13" y="3071"/>
                  </a:cubicBezTo>
                  <a:cubicBezTo>
                    <a:pt x="1" y="5833"/>
                    <a:pt x="1942" y="9179"/>
                    <a:pt x="4335" y="10572"/>
                  </a:cubicBezTo>
                  <a:cubicBezTo>
                    <a:pt x="5031" y="10974"/>
                    <a:pt x="5690" y="11164"/>
                    <a:pt x="6274" y="11164"/>
                  </a:cubicBezTo>
                  <a:cubicBezTo>
                    <a:pt x="7699" y="11164"/>
                    <a:pt x="8681" y="10034"/>
                    <a:pt x="8681" y="8084"/>
                  </a:cubicBezTo>
                  <a:cubicBezTo>
                    <a:pt x="8693" y="5333"/>
                    <a:pt x="6764" y="1976"/>
                    <a:pt x="4371" y="595"/>
                  </a:cubicBezTo>
                  <a:cubicBezTo>
                    <a:pt x="3668" y="191"/>
                    <a:pt x="3006" y="0"/>
                    <a:pt x="24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45"/>
            <p:cNvSpPr/>
            <p:nvPr/>
          </p:nvSpPr>
          <p:spPr>
            <a:xfrm>
              <a:off x="1648138" y="3358225"/>
              <a:ext cx="217325" cy="279125"/>
            </a:xfrm>
            <a:custGeom>
              <a:avLst/>
              <a:gdLst/>
              <a:ahLst/>
              <a:cxnLst/>
              <a:rect l="l" t="t" r="r" b="b"/>
              <a:pathLst>
                <a:path w="8693" h="11165" extrusionOk="0">
                  <a:moveTo>
                    <a:pt x="2419" y="0"/>
                  </a:moveTo>
                  <a:cubicBezTo>
                    <a:pt x="996" y="0"/>
                    <a:pt x="21" y="1124"/>
                    <a:pt x="13" y="3071"/>
                  </a:cubicBezTo>
                  <a:cubicBezTo>
                    <a:pt x="1" y="5822"/>
                    <a:pt x="1942" y="9179"/>
                    <a:pt x="4335" y="10572"/>
                  </a:cubicBezTo>
                  <a:cubicBezTo>
                    <a:pt x="5031" y="10974"/>
                    <a:pt x="5690" y="11164"/>
                    <a:pt x="6274" y="11164"/>
                  </a:cubicBezTo>
                  <a:cubicBezTo>
                    <a:pt x="7700" y="11164"/>
                    <a:pt x="8684" y="10034"/>
                    <a:pt x="8692" y="8084"/>
                  </a:cubicBezTo>
                  <a:cubicBezTo>
                    <a:pt x="8692" y="5333"/>
                    <a:pt x="6764" y="1976"/>
                    <a:pt x="4370" y="595"/>
                  </a:cubicBezTo>
                  <a:cubicBezTo>
                    <a:pt x="3668" y="191"/>
                    <a:pt x="3005" y="0"/>
                    <a:pt x="24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45"/>
            <p:cNvSpPr/>
            <p:nvPr/>
          </p:nvSpPr>
          <p:spPr>
            <a:xfrm>
              <a:off x="1649638" y="2893400"/>
              <a:ext cx="217300" cy="279050"/>
            </a:xfrm>
            <a:custGeom>
              <a:avLst/>
              <a:gdLst/>
              <a:ahLst/>
              <a:cxnLst/>
              <a:rect l="l" t="t" r="r" b="b"/>
              <a:pathLst>
                <a:path w="8692" h="11162" extrusionOk="0">
                  <a:moveTo>
                    <a:pt x="2405" y="0"/>
                  </a:moveTo>
                  <a:cubicBezTo>
                    <a:pt x="987" y="0"/>
                    <a:pt x="9" y="1126"/>
                    <a:pt x="0" y="3079"/>
                  </a:cubicBezTo>
                  <a:cubicBezTo>
                    <a:pt x="0" y="5829"/>
                    <a:pt x="1929" y="9187"/>
                    <a:pt x="4334" y="10568"/>
                  </a:cubicBezTo>
                  <a:cubicBezTo>
                    <a:pt x="5033" y="10971"/>
                    <a:pt x="5693" y="11162"/>
                    <a:pt x="6278" y="11162"/>
                  </a:cubicBezTo>
                  <a:cubicBezTo>
                    <a:pt x="7696" y="11162"/>
                    <a:pt x="8672" y="10038"/>
                    <a:pt x="8680" y="8091"/>
                  </a:cubicBezTo>
                  <a:cubicBezTo>
                    <a:pt x="8692" y="5329"/>
                    <a:pt x="6751" y="1983"/>
                    <a:pt x="4358" y="602"/>
                  </a:cubicBezTo>
                  <a:cubicBezTo>
                    <a:pt x="3657" y="194"/>
                    <a:pt x="2993" y="0"/>
                    <a:pt x="24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45"/>
            <p:cNvSpPr/>
            <p:nvPr/>
          </p:nvSpPr>
          <p:spPr>
            <a:xfrm>
              <a:off x="2346438" y="2830175"/>
              <a:ext cx="217325" cy="279175"/>
            </a:xfrm>
            <a:custGeom>
              <a:avLst/>
              <a:gdLst/>
              <a:ahLst/>
              <a:cxnLst/>
              <a:rect l="l" t="t" r="r" b="b"/>
              <a:pathLst>
                <a:path w="8693" h="11167" extrusionOk="0">
                  <a:moveTo>
                    <a:pt x="2413" y="1"/>
                  </a:moveTo>
                  <a:cubicBezTo>
                    <a:pt x="992" y="1"/>
                    <a:pt x="13" y="1124"/>
                    <a:pt x="13" y="3072"/>
                  </a:cubicBezTo>
                  <a:cubicBezTo>
                    <a:pt x="1" y="5834"/>
                    <a:pt x="1930" y="9179"/>
                    <a:pt x="4335" y="10573"/>
                  </a:cubicBezTo>
                  <a:cubicBezTo>
                    <a:pt x="5033" y="10975"/>
                    <a:pt x="5694" y="11167"/>
                    <a:pt x="6279" y="11167"/>
                  </a:cubicBezTo>
                  <a:cubicBezTo>
                    <a:pt x="7701" y="11167"/>
                    <a:pt x="8681" y="10040"/>
                    <a:pt x="8681" y="8084"/>
                  </a:cubicBezTo>
                  <a:cubicBezTo>
                    <a:pt x="8692" y="5334"/>
                    <a:pt x="6752" y="1988"/>
                    <a:pt x="4359" y="595"/>
                  </a:cubicBezTo>
                  <a:cubicBezTo>
                    <a:pt x="3660" y="192"/>
                    <a:pt x="2999" y="1"/>
                    <a:pt x="241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45"/>
            <p:cNvSpPr/>
            <p:nvPr/>
          </p:nvSpPr>
          <p:spPr>
            <a:xfrm>
              <a:off x="2343763" y="3759825"/>
              <a:ext cx="217325" cy="279050"/>
            </a:xfrm>
            <a:custGeom>
              <a:avLst/>
              <a:gdLst/>
              <a:ahLst/>
              <a:cxnLst/>
              <a:rect l="l" t="t" r="r" b="b"/>
              <a:pathLst>
                <a:path w="8693" h="11162" extrusionOk="0">
                  <a:moveTo>
                    <a:pt x="2423" y="0"/>
                  </a:moveTo>
                  <a:cubicBezTo>
                    <a:pt x="994" y="0"/>
                    <a:pt x="13" y="1130"/>
                    <a:pt x="13" y="3081"/>
                  </a:cubicBezTo>
                  <a:cubicBezTo>
                    <a:pt x="1" y="5831"/>
                    <a:pt x="1941" y="9189"/>
                    <a:pt x="4335" y="10570"/>
                  </a:cubicBezTo>
                  <a:cubicBezTo>
                    <a:pt x="5031" y="10971"/>
                    <a:pt x="5690" y="11162"/>
                    <a:pt x="6274" y="11162"/>
                  </a:cubicBezTo>
                  <a:cubicBezTo>
                    <a:pt x="7699" y="11162"/>
                    <a:pt x="8680" y="10032"/>
                    <a:pt x="8680" y="8081"/>
                  </a:cubicBezTo>
                  <a:cubicBezTo>
                    <a:pt x="8692" y="5331"/>
                    <a:pt x="6763" y="1973"/>
                    <a:pt x="4370" y="592"/>
                  </a:cubicBezTo>
                  <a:cubicBezTo>
                    <a:pt x="3671" y="190"/>
                    <a:pt x="3009" y="0"/>
                    <a:pt x="24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6" name="Google Shape;1656;p45"/>
            <p:cNvSpPr/>
            <p:nvPr/>
          </p:nvSpPr>
          <p:spPr>
            <a:xfrm>
              <a:off x="2345263" y="3295000"/>
              <a:ext cx="217300" cy="279000"/>
            </a:xfrm>
            <a:custGeom>
              <a:avLst/>
              <a:gdLst/>
              <a:ahLst/>
              <a:cxnLst/>
              <a:rect l="l" t="t" r="r" b="b"/>
              <a:pathLst>
                <a:path w="8692" h="11160" extrusionOk="0">
                  <a:moveTo>
                    <a:pt x="2405" y="0"/>
                  </a:moveTo>
                  <a:cubicBezTo>
                    <a:pt x="983" y="0"/>
                    <a:pt x="9" y="1130"/>
                    <a:pt x="0" y="3076"/>
                  </a:cubicBezTo>
                  <a:cubicBezTo>
                    <a:pt x="0" y="5826"/>
                    <a:pt x="1929" y="9184"/>
                    <a:pt x="4334" y="10565"/>
                  </a:cubicBezTo>
                  <a:cubicBezTo>
                    <a:pt x="5033" y="10968"/>
                    <a:pt x="5693" y="11160"/>
                    <a:pt x="6278" y="11160"/>
                  </a:cubicBezTo>
                  <a:cubicBezTo>
                    <a:pt x="7696" y="11160"/>
                    <a:pt x="8671" y="10036"/>
                    <a:pt x="8680" y="8089"/>
                  </a:cubicBezTo>
                  <a:cubicBezTo>
                    <a:pt x="8692" y="5326"/>
                    <a:pt x="6751" y="1981"/>
                    <a:pt x="4358" y="600"/>
                  </a:cubicBezTo>
                  <a:cubicBezTo>
                    <a:pt x="3655" y="193"/>
                    <a:pt x="2992" y="0"/>
                    <a:pt x="24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7" name="Google Shape;1657;p45"/>
            <p:cNvSpPr/>
            <p:nvPr/>
          </p:nvSpPr>
          <p:spPr>
            <a:xfrm>
              <a:off x="2787288" y="2046725"/>
              <a:ext cx="1374875" cy="2366975"/>
            </a:xfrm>
            <a:custGeom>
              <a:avLst/>
              <a:gdLst/>
              <a:ahLst/>
              <a:cxnLst/>
              <a:rect l="l" t="t" r="r" b="b"/>
              <a:pathLst>
                <a:path w="54995" h="94679" extrusionOk="0">
                  <a:moveTo>
                    <a:pt x="54995" y="1"/>
                  </a:moveTo>
                  <a:lnTo>
                    <a:pt x="179" y="31850"/>
                  </a:lnTo>
                  <a:lnTo>
                    <a:pt x="0" y="94679"/>
                  </a:lnTo>
                  <a:lnTo>
                    <a:pt x="54816" y="62818"/>
                  </a:lnTo>
                  <a:lnTo>
                    <a:pt x="5499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8" name="Google Shape;1658;p45"/>
            <p:cNvSpPr/>
            <p:nvPr/>
          </p:nvSpPr>
          <p:spPr>
            <a:xfrm>
              <a:off x="3772313" y="2455175"/>
              <a:ext cx="217825" cy="279400"/>
            </a:xfrm>
            <a:custGeom>
              <a:avLst/>
              <a:gdLst/>
              <a:ahLst/>
              <a:cxnLst/>
              <a:rect l="l" t="t" r="r" b="b"/>
              <a:pathLst>
                <a:path w="8713" h="11176" extrusionOk="0">
                  <a:moveTo>
                    <a:pt x="6336" y="1"/>
                  </a:moveTo>
                  <a:cubicBezTo>
                    <a:pt x="5748" y="1"/>
                    <a:pt x="5083" y="195"/>
                    <a:pt x="4378" y="605"/>
                  </a:cubicBezTo>
                  <a:cubicBezTo>
                    <a:pt x="1973" y="1998"/>
                    <a:pt x="21" y="5356"/>
                    <a:pt x="9" y="8118"/>
                  </a:cubicBezTo>
                  <a:cubicBezTo>
                    <a:pt x="0" y="10059"/>
                    <a:pt x="964" y="11175"/>
                    <a:pt x="2377" y="11175"/>
                  </a:cubicBezTo>
                  <a:cubicBezTo>
                    <a:pt x="2967" y="11175"/>
                    <a:pt x="3634" y="10981"/>
                    <a:pt x="4343" y="10571"/>
                  </a:cubicBezTo>
                  <a:cubicBezTo>
                    <a:pt x="6748" y="9178"/>
                    <a:pt x="8700" y="5820"/>
                    <a:pt x="8712" y="3058"/>
                  </a:cubicBezTo>
                  <a:cubicBezTo>
                    <a:pt x="8712" y="1117"/>
                    <a:pt x="7746" y="1"/>
                    <a:pt x="63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9" name="Google Shape;1659;p45"/>
            <p:cNvSpPr/>
            <p:nvPr/>
          </p:nvSpPr>
          <p:spPr>
            <a:xfrm>
              <a:off x="2961413" y="2926375"/>
              <a:ext cx="217825" cy="279575"/>
            </a:xfrm>
            <a:custGeom>
              <a:avLst/>
              <a:gdLst/>
              <a:ahLst/>
              <a:cxnLst/>
              <a:rect l="l" t="t" r="r" b="b"/>
              <a:pathLst>
                <a:path w="8713" h="11183" extrusionOk="0">
                  <a:moveTo>
                    <a:pt x="6329" y="0"/>
                  </a:moveTo>
                  <a:cubicBezTo>
                    <a:pt x="5740" y="0"/>
                    <a:pt x="5074" y="195"/>
                    <a:pt x="4370" y="605"/>
                  </a:cubicBezTo>
                  <a:cubicBezTo>
                    <a:pt x="1965" y="1998"/>
                    <a:pt x="12" y="5367"/>
                    <a:pt x="0" y="8129"/>
                  </a:cubicBezTo>
                  <a:cubicBezTo>
                    <a:pt x="0" y="10066"/>
                    <a:pt x="963" y="11183"/>
                    <a:pt x="2368" y="11183"/>
                  </a:cubicBezTo>
                  <a:cubicBezTo>
                    <a:pt x="2958" y="11183"/>
                    <a:pt x="3626" y="10986"/>
                    <a:pt x="4334" y="10570"/>
                  </a:cubicBezTo>
                  <a:cubicBezTo>
                    <a:pt x="6739" y="9177"/>
                    <a:pt x="8692" y="5820"/>
                    <a:pt x="8704" y="3069"/>
                  </a:cubicBezTo>
                  <a:cubicBezTo>
                    <a:pt x="8712" y="1120"/>
                    <a:pt x="7742" y="0"/>
                    <a:pt x="63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45"/>
            <p:cNvSpPr/>
            <p:nvPr/>
          </p:nvSpPr>
          <p:spPr>
            <a:xfrm>
              <a:off x="3770213" y="3254400"/>
              <a:ext cx="217750" cy="279500"/>
            </a:xfrm>
            <a:custGeom>
              <a:avLst/>
              <a:gdLst/>
              <a:ahLst/>
              <a:cxnLst/>
              <a:rect l="l" t="t" r="r" b="b"/>
              <a:pathLst>
                <a:path w="8710" h="11180" extrusionOk="0">
                  <a:moveTo>
                    <a:pt x="6331" y="0"/>
                  </a:moveTo>
                  <a:cubicBezTo>
                    <a:pt x="5742" y="0"/>
                    <a:pt x="5075" y="195"/>
                    <a:pt x="4367" y="604"/>
                  </a:cubicBezTo>
                  <a:cubicBezTo>
                    <a:pt x="1962" y="1997"/>
                    <a:pt x="9" y="5367"/>
                    <a:pt x="9" y="8117"/>
                  </a:cubicBezTo>
                  <a:cubicBezTo>
                    <a:pt x="1" y="10057"/>
                    <a:pt x="964" y="11180"/>
                    <a:pt x="2376" y="11180"/>
                  </a:cubicBezTo>
                  <a:cubicBezTo>
                    <a:pt x="2966" y="11180"/>
                    <a:pt x="3635" y="10984"/>
                    <a:pt x="4343" y="10570"/>
                  </a:cubicBezTo>
                  <a:cubicBezTo>
                    <a:pt x="6736" y="9177"/>
                    <a:pt x="8689" y="5819"/>
                    <a:pt x="8701" y="3069"/>
                  </a:cubicBezTo>
                  <a:cubicBezTo>
                    <a:pt x="8709" y="1119"/>
                    <a:pt x="7745" y="0"/>
                    <a:pt x="63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45"/>
            <p:cNvSpPr/>
            <p:nvPr/>
          </p:nvSpPr>
          <p:spPr>
            <a:xfrm>
              <a:off x="2959113" y="3725575"/>
              <a:ext cx="217825" cy="279675"/>
            </a:xfrm>
            <a:custGeom>
              <a:avLst/>
              <a:gdLst/>
              <a:ahLst/>
              <a:cxnLst/>
              <a:rect l="l" t="t" r="r" b="b"/>
              <a:pathLst>
                <a:path w="8713" h="11187" extrusionOk="0">
                  <a:moveTo>
                    <a:pt x="6331" y="1"/>
                  </a:moveTo>
                  <a:cubicBezTo>
                    <a:pt x="5741" y="1"/>
                    <a:pt x="5074" y="195"/>
                    <a:pt x="4367" y="605"/>
                  </a:cubicBezTo>
                  <a:cubicBezTo>
                    <a:pt x="1973" y="2010"/>
                    <a:pt x="9" y="5367"/>
                    <a:pt x="9" y="8130"/>
                  </a:cubicBezTo>
                  <a:cubicBezTo>
                    <a:pt x="0" y="10070"/>
                    <a:pt x="964" y="11187"/>
                    <a:pt x="2377" y="11187"/>
                  </a:cubicBezTo>
                  <a:cubicBezTo>
                    <a:pt x="2967" y="11187"/>
                    <a:pt x="3635" y="10992"/>
                    <a:pt x="4343" y="10582"/>
                  </a:cubicBezTo>
                  <a:cubicBezTo>
                    <a:pt x="6736" y="9177"/>
                    <a:pt x="8700" y="5820"/>
                    <a:pt x="8712" y="3070"/>
                  </a:cubicBezTo>
                  <a:cubicBezTo>
                    <a:pt x="8712" y="1120"/>
                    <a:pt x="7745" y="1"/>
                    <a:pt x="63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45"/>
            <p:cNvSpPr/>
            <p:nvPr/>
          </p:nvSpPr>
          <p:spPr>
            <a:xfrm>
              <a:off x="1424913" y="1257650"/>
              <a:ext cx="2737250" cy="1585325"/>
            </a:xfrm>
            <a:custGeom>
              <a:avLst/>
              <a:gdLst/>
              <a:ahLst/>
              <a:cxnLst/>
              <a:rect l="l" t="t" r="r" b="b"/>
              <a:pathLst>
                <a:path w="109490" h="63413" extrusionOk="0">
                  <a:moveTo>
                    <a:pt x="54805" y="0"/>
                  </a:moveTo>
                  <a:lnTo>
                    <a:pt x="0" y="31849"/>
                  </a:lnTo>
                  <a:lnTo>
                    <a:pt x="54674" y="63413"/>
                  </a:lnTo>
                  <a:lnTo>
                    <a:pt x="109490" y="31564"/>
                  </a:lnTo>
                  <a:lnTo>
                    <a:pt x="548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45"/>
            <p:cNvSpPr/>
            <p:nvPr/>
          </p:nvSpPr>
          <p:spPr>
            <a:xfrm>
              <a:off x="2625938" y="1961900"/>
              <a:ext cx="335200" cy="176825"/>
            </a:xfrm>
            <a:custGeom>
              <a:avLst/>
              <a:gdLst/>
              <a:ahLst/>
              <a:cxnLst/>
              <a:rect l="l" t="t" r="r" b="b"/>
              <a:pathLst>
                <a:path w="13408" h="7073" extrusionOk="0">
                  <a:moveTo>
                    <a:pt x="6682" y="0"/>
                  </a:moveTo>
                  <a:cubicBezTo>
                    <a:pt x="5121" y="0"/>
                    <a:pt x="3561" y="346"/>
                    <a:pt x="2370" y="1036"/>
                  </a:cubicBezTo>
                  <a:cubicBezTo>
                    <a:pt x="1" y="2417"/>
                    <a:pt x="13" y="4656"/>
                    <a:pt x="2406" y="6037"/>
                  </a:cubicBezTo>
                  <a:cubicBezTo>
                    <a:pt x="3597" y="6727"/>
                    <a:pt x="5159" y="7073"/>
                    <a:pt x="6720" y="7073"/>
                  </a:cubicBezTo>
                  <a:cubicBezTo>
                    <a:pt x="8282" y="7073"/>
                    <a:pt x="9841" y="6727"/>
                    <a:pt x="11026" y="6037"/>
                  </a:cubicBezTo>
                  <a:cubicBezTo>
                    <a:pt x="13407" y="4656"/>
                    <a:pt x="13395" y="2417"/>
                    <a:pt x="11002" y="1036"/>
                  </a:cubicBezTo>
                  <a:cubicBezTo>
                    <a:pt x="9806" y="346"/>
                    <a:pt x="8243" y="0"/>
                    <a:pt x="66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1724E8D-9592-178A-55E1-2830F03E4ADB}"/>
              </a:ext>
            </a:extLst>
          </p:cNvPr>
          <p:cNvSpPr txBox="1"/>
          <p:nvPr/>
        </p:nvSpPr>
        <p:spPr>
          <a:xfrm>
            <a:off x="4340268" y="1241550"/>
            <a:ext cx="4572000" cy="411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734"/>
              </a:lnSpc>
              <a:buNone/>
            </a:pPr>
            <a:r>
              <a:rPr lang="en-US" sz="1600" b="1" dirty="0">
                <a:solidFill>
                  <a:srgbClr val="F2B42D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Future Enhancements and Possibilities</a:t>
            </a:r>
            <a:endParaRPr lang="en-US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7B8D06-A2C9-A0D2-E67C-CB7B1966E725}"/>
              </a:ext>
            </a:extLst>
          </p:cNvPr>
          <p:cNvSpPr txBox="1"/>
          <p:nvPr/>
        </p:nvSpPr>
        <p:spPr>
          <a:xfrm>
            <a:off x="4340268" y="1762820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Potential improvements, such as adding, rolling animation to dice, sound effects, multiplayer functionality.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6" name="Google Shape;346;p30"/>
          <p:cNvGrpSpPr/>
          <p:nvPr/>
        </p:nvGrpSpPr>
        <p:grpSpPr>
          <a:xfrm>
            <a:off x="94938" y="3855450"/>
            <a:ext cx="1212330" cy="1214248"/>
            <a:chOff x="5468604" y="2233330"/>
            <a:chExt cx="1212330" cy="1214248"/>
          </a:xfrm>
        </p:grpSpPr>
        <p:sp>
          <p:nvSpPr>
            <p:cNvPr id="347" name="Google Shape;347;p30"/>
            <p:cNvSpPr/>
            <p:nvPr/>
          </p:nvSpPr>
          <p:spPr>
            <a:xfrm>
              <a:off x="5926937" y="2678110"/>
              <a:ext cx="324576" cy="324576"/>
            </a:xfrm>
            <a:custGeom>
              <a:avLst/>
              <a:gdLst/>
              <a:ahLst/>
              <a:cxnLst/>
              <a:rect l="l" t="t" r="r" b="b"/>
              <a:pathLst>
                <a:path w="14705" h="14705" extrusionOk="0">
                  <a:moveTo>
                    <a:pt x="7347" y="1"/>
                  </a:moveTo>
                  <a:cubicBezTo>
                    <a:pt x="3299" y="1"/>
                    <a:pt x="1" y="3299"/>
                    <a:pt x="1" y="7359"/>
                  </a:cubicBezTo>
                  <a:cubicBezTo>
                    <a:pt x="1" y="11419"/>
                    <a:pt x="3299" y="14705"/>
                    <a:pt x="7347" y="14705"/>
                  </a:cubicBezTo>
                  <a:cubicBezTo>
                    <a:pt x="11407" y="14705"/>
                    <a:pt x="14705" y="11419"/>
                    <a:pt x="14705" y="7359"/>
                  </a:cubicBezTo>
                  <a:cubicBezTo>
                    <a:pt x="14705" y="3299"/>
                    <a:pt x="11407" y="1"/>
                    <a:pt x="73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30"/>
            <p:cNvSpPr/>
            <p:nvPr/>
          </p:nvSpPr>
          <p:spPr>
            <a:xfrm>
              <a:off x="5940336" y="2663387"/>
              <a:ext cx="740599" cy="784192"/>
            </a:xfrm>
            <a:custGeom>
              <a:avLst/>
              <a:gdLst/>
              <a:ahLst/>
              <a:cxnLst/>
              <a:rect l="l" t="t" r="r" b="b"/>
              <a:pathLst>
                <a:path w="33553" h="35528" extrusionOk="0">
                  <a:moveTo>
                    <a:pt x="33076" y="1"/>
                  </a:moveTo>
                  <a:lnTo>
                    <a:pt x="9609" y="7145"/>
                  </a:lnTo>
                  <a:cubicBezTo>
                    <a:pt x="7514" y="7788"/>
                    <a:pt x="5918" y="9490"/>
                    <a:pt x="5430" y="11633"/>
                  </a:cubicBezTo>
                  <a:lnTo>
                    <a:pt x="1" y="35315"/>
                  </a:lnTo>
                  <a:cubicBezTo>
                    <a:pt x="620" y="35455"/>
                    <a:pt x="1256" y="35528"/>
                    <a:pt x="1895" y="35528"/>
                  </a:cubicBezTo>
                  <a:cubicBezTo>
                    <a:pt x="2718" y="35528"/>
                    <a:pt x="3548" y="35408"/>
                    <a:pt x="4359" y="35160"/>
                  </a:cubicBezTo>
                  <a:lnTo>
                    <a:pt x="23087" y="29457"/>
                  </a:lnTo>
                  <a:cubicBezTo>
                    <a:pt x="25992" y="28576"/>
                    <a:pt x="28207" y="26206"/>
                    <a:pt x="28885" y="23242"/>
                  </a:cubicBezTo>
                  <a:lnTo>
                    <a:pt x="33219" y="4323"/>
                  </a:lnTo>
                  <a:cubicBezTo>
                    <a:pt x="33553" y="2870"/>
                    <a:pt x="33493" y="1382"/>
                    <a:pt x="33076" y="1"/>
                  </a:cubicBezTo>
                  <a:close/>
                </a:path>
              </a:pathLst>
            </a:custGeom>
            <a:solidFill>
              <a:srgbClr val="B52D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349" name="Google Shape;349;p30"/>
            <p:cNvSpPr/>
            <p:nvPr/>
          </p:nvSpPr>
          <p:spPr>
            <a:xfrm>
              <a:off x="5624178" y="2233330"/>
              <a:ext cx="1046237" cy="593706"/>
            </a:xfrm>
            <a:custGeom>
              <a:avLst/>
              <a:gdLst/>
              <a:ahLst/>
              <a:cxnLst/>
              <a:rect l="l" t="t" r="r" b="b"/>
              <a:pathLst>
                <a:path w="47400" h="26898" extrusionOk="0">
                  <a:moveTo>
                    <a:pt x="24830" y="0"/>
                  </a:moveTo>
                  <a:cubicBezTo>
                    <a:pt x="24372" y="0"/>
                    <a:pt x="23913" y="37"/>
                    <a:pt x="23456" y="112"/>
                  </a:cubicBezTo>
                  <a:lnTo>
                    <a:pt x="2668" y="6506"/>
                  </a:lnTo>
                  <a:cubicBezTo>
                    <a:pt x="1656" y="6982"/>
                    <a:pt x="751" y="7637"/>
                    <a:pt x="1" y="8459"/>
                  </a:cubicBezTo>
                  <a:lnTo>
                    <a:pt x="17967" y="25247"/>
                  </a:lnTo>
                  <a:cubicBezTo>
                    <a:pt x="19113" y="26324"/>
                    <a:pt x="20602" y="26897"/>
                    <a:pt x="22126" y="26897"/>
                  </a:cubicBezTo>
                  <a:cubicBezTo>
                    <a:pt x="22725" y="26897"/>
                    <a:pt x="23329" y="26809"/>
                    <a:pt x="23920" y="26628"/>
                  </a:cubicBezTo>
                  <a:lnTo>
                    <a:pt x="47399" y="19484"/>
                  </a:lnTo>
                  <a:cubicBezTo>
                    <a:pt x="47066" y="18365"/>
                    <a:pt x="46507" y="17317"/>
                    <a:pt x="45733" y="16412"/>
                  </a:cubicBezTo>
                  <a:lnTo>
                    <a:pt x="29838" y="1636"/>
                  </a:lnTo>
                  <a:cubicBezTo>
                    <a:pt x="28378" y="566"/>
                    <a:pt x="26617" y="0"/>
                    <a:pt x="248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0"/>
            <p:cNvSpPr/>
            <p:nvPr/>
          </p:nvSpPr>
          <p:spPr>
            <a:xfrm>
              <a:off x="5468604" y="2420027"/>
              <a:ext cx="602359" cy="1022840"/>
            </a:xfrm>
            <a:custGeom>
              <a:avLst/>
              <a:gdLst/>
              <a:ahLst/>
              <a:cxnLst/>
              <a:rect l="l" t="t" r="r" b="b"/>
              <a:pathLst>
                <a:path w="27290" h="46340" extrusionOk="0">
                  <a:moveTo>
                    <a:pt x="7049" y="1"/>
                  </a:moveTo>
                  <a:cubicBezTo>
                    <a:pt x="6191" y="918"/>
                    <a:pt x="5549" y="2025"/>
                    <a:pt x="5168" y="3251"/>
                  </a:cubicBezTo>
                  <a:lnTo>
                    <a:pt x="465" y="23265"/>
                  </a:lnTo>
                  <a:cubicBezTo>
                    <a:pt x="0" y="26063"/>
                    <a:pt x="965" y="28921"/>
                    <a:pt x="3060" y="30874"/>
                  </a:cubicBezTo>
                  <a:lnTo>
                    <a:pt x="17490" y="44280"/>
                  </a:lnTo>
                  <a:cubicBezTo>
                    <a:pt x="18598" y="45316"/>
                    <a:pt x="19943" y="46018"/>
                    <a:pt x="21372" y="46340"/>
                  </a:cubicBezTo>
                  <a:lnTo>
                    <a:pt x="26801" y="22634"/>
                  </a:lnTo>
                  <a:cubicBezTo>
                    <a:pt x="27289" y="20503"/>
                    <a:pt x="26611" y="18289"/>
                    <a:pt x="25027" y="16800"/>
                  </a:cubicBezTo>
                  <a:lnTo>
                    <a:pt x="7049" y="1"/>
                  </a:lnTo>
                  <a:close/>
                </a:path>
              </a:pathLst>
            </a:custGeom>
            <a:solidFill>
              <a:srgbClr val="DB6E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0"/>
            <p:cNvSpPr/>
            <p:nvPr/>
          </p:nvSpPr>
          <p:spPr>
            <a:xfrm>
              <a:off x="6166235" y="2924118"/>
              <a:ext cx="111422" cy="106588"/>
            </a:xfrm>
            <a:custGeom>
              <a:avLst/>
              <a:gdLst/>
              <a:ahLst/>
              <a:cxnLst/>
              <a:rect l="l" t="t" r="r" b="b"/>
              <a:pathLst>
                <a:path w="5048" h="4829" extrusionOk="0">
                  <a:moveTo>
                    <a:pt x="3699" y="0"/>
                  </a:moveTo>
                  <a:cubicBezTo>
                    <a:pt x="3503" y="0"/>
                    <a:pt x="3286" y="35"/>
                    <a:pt x="3054" y="107"/>
                  </a:cubicBezTo>
                  <a:cubicBezTo>
                    <a:pt x="1792" y="488"/>
                    <a:pt x="542" y="1833"/>
                    <a:pt x="244" y="3107"/>
                  </a:cubicBezTo>
                  <a:cubicBezTo>
                    <a:pt x="1" y="4159"/>
                    <a:pt x="483" y="4829"/>
                    <a:pt x="1357" y="4829"/>
                  </a:cubicBezTo>
                  <a:cubicBezTo>
                    <a:pt x="1551" y="4829"/>
                    <a:pt x="1765" y="4796"/>
                    <a:pt x="1995" y="4727"/>
                  </a:cubicBezTo>
                  <a:cubicBezTo>
                    <a:pt x="3257" y="4346"/>
                    <a:pt x="4519" y="3000"/>
                    <a:pt x="4805" y="1726"/>
                  </a:cubicBezTo>
                  <a:cubicBezTo>
                    <a:pt x="5047" y="677"/>
                    <a:pt x="4569" y="0"/>
                    <a:pt x="36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0"/>
            <p:cNvSpPr/>
            <p:nvPr/>
          </p:nvSpPr>
          <p:spPr>
            <a:xfrm>
              <a:off x="6353573" y="3097130"/>
              <a:ext cx="111267" cy="106765"/>
            </a:xfrm>
            <a:custGeom>
              <a:avLst/>
              <a:gdLst/>
              <a:ahLst/>
              <a:cxnLst/>
              <a:rect l="l" t="t" r="r" b="b"/>
              <a:pathLst>
                <a:path w="5041" h="4837" extrusionOk="0">
                  <a:moveTo>
                    <a:pt x="3682" y="1"/>
                  </a:moveTo>
                  <a:cubicBezTo>
                    <a:pt x="3488" y="1"/>
                    <a:pt x="3274" y="34"/>
                    <a:pt x="3045" y="103"/>
                  </a:cubicBezTo>
                  <a:cubicBezTo>
                    <a:pt x="1794" y="484"/>
                    <a:pt x="532" y="1830"/>
                    <a:pt x="235" y="3104"/>
                  </a:cubicBezTo>
                  <a:cubicBezTo>
                    <a:pt x="0" y="4158"/>
                    <a:pt x="486" y="4836"/>
                    <a:pt x="1358" y="4836"/>
                  </a:cubicBezTo>
                  <a:cubicBezTo>
                    <a:pt x="1550" y="4836"/>
                    <a:pt x="1760" y="4803"/>
                    <a:pt x="1985" y="4735"/>
                  </a:cubicBezTo>
                  <a:cubicBezTo>
                    <a:pt x="3247" y="4342"/>
                    <a:pt x="4509" y="2997"/>
                    <a:pt x="4807" y="1723"/>
                  </a:cubicBezTo>
                  <a:cubicBezTo>
                    <a:pt x="5040" y="670"/>
                    <a:pt x="4557" y="1"/>
                    <a:pt x="36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0"/>
            <p:cNvSpPr/>
            <p:nvPr/>
          </p:nvSpPr>
          <p:spPr>
            <a:xfrm>
              <a:off x="6109727" y="3171274"/>
              <a:ext cx="111223" cy="106721"/>
            </a:xfrm>
            <a:custGeom>
              <a:avLst/>
              <a:gdLst/>
              <a:ahLst/>
              <a:cxnLst/>
              <a:rect l="l" t="t" r="r" b="b"/>
              <a:pathLst>
                <a:path w="5039" h="4835" extrusionOk="0">
                  <a:moveTo>
                    <a:pt x="3686" y="0"/>
                  </a:moveTo>
                  <a:cubicBezTo>
                    <a:pt x="3494" y="0"/>
                    <a:pt x="3282" y="33"/>
                    <a:pt x="3054" y="102"/>
                  </a:cubicBezTo>
                  <a:cubicBezTo>
                    <a:pt x="1792" y="483"/>
                    <a:pt x="530" y="1828"/>
                    <a:pt x="245" y="3114"/>
                  </a:cubicBezTo>
                  <a:cubicBezTo>
                    <a:pt x="1" y="4158"/>
                    <a:pt x="485" y="4835"/>
                    <a:pt x="1362" y="4835"/>
                  </a:cubicBezTo>
                  <a:cubicBezTo>
                    <a:pt x="1555" y="4835"/>
                    <a:pt x="1767" y="4802"/>
                    <a:pt x="1995" y="4733"/>
                  </a:cubicBezTo>
                  <a:cubicBezTo>
                    <a:pt x="3245" y="4352"/>
                    <a:pt x="4507" y="2995"/>
                    <a:pt x="4805" y="1721"/>
                  </a:cubicBezTo>
                  <a:cubicBezTo>
                    <a:pt x="5039" y="677"/>
                    <a:pt x="4561" y="0"/>
                    <a:pt x="368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0"/>
            <p:cNvSpPr/>
            <p:nvPr/>
          </p:nvSpPr>
          <p:spPr>
            <a:xfrm>
              <a:off x="6410125" y="2849863"/>
              <a:ext cx="111444" cy="106721"/>
            </a:xfrm>
            <a:custGeom>
              <a:avLst/>
              <a:gdLst/>
              <a:ahLst/>
              <a:cxnLst/>
              <a:rect l="l" t="t" r="r" b="b"/>
              <a:pathLst>
                <a:path w="5049" h="4835" extrusionOk="0">
                  <a:moveTo>
                    <a:pt x="3687" y="0"/>
                  </a:moveTo>
                  <a:cubicBezTo>
                    <a:pt x="3494" y="0"/>
                    <a:pt x="3282" y="33"/>
                    <a:pt x="3054" y="102"/>
                  </a:cubicBezTo>
                  <a:cubicBezTo>
                    <a:pt x="1792" y="483"/>
                    <a:pt x="530" y="1828"/>
                    <a:pt x="244" y="3114"/>
                  </a:cubicBezTo>
                  <a:cubicBezTo>
                    <a:pt x="0" y="4158"/>
                    <a:pt x="484" y="4834"/>
                    <a:pt x="1362" y="4834"/>
                  </a:cubicBezTo>
                  <a:cubicBezTo>
                    <a:pt x="1555" y="4834"/>
                    <a:pt x="1767" y="4802"/>
                    <a:pt x="1995" y="4733"/>
                  </a:cubicBezTo>
                  <a:cubicBezTo>
                    <a:pt x="3257" y="4352"/>
                    <a:pt x="4519" y="2995"/>
                    <a:pt x="4805" y="1721"/>
                  </a:cubicBezTo>
                  <a:cubicBezTo>
                    <a:pt x="5049" y="676"/>
                    <a:pt x="4564" y="0"/>
                    <a:pt x="36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0"/>
            <p:cNvSpPr/>
            <p:nvPr/>
          </p:nvSpPr>
          <p:spPr>
            <a:xfrm>
              <a:off x="5658877" y="2663895"/>
              <a:ext cx="90166" cy="124842"/>
            </a:xfrm>
            <a:custGeom>
              <a:avLst/>
              <a:gdLst/>
              <a:ahLst/>
              <a:cxnLst/>
              <a:rect l="l" t="t" r="r" b="b"/>
              <a:pathLst>
                <a:path w="4085" h="5656" extrusionOk="0">
                  <a:moveTo>
                    <a:pt x="1481" y="0"/>
                  </a:moveTo>
                  <a:cubicBezTo>
                    <a:pt x="935" y="0"/>
                    <a:pt x="480" y="417"/>
                    <a:pt x="298" y="1204"/>
                  </a:cubicBezTo>
                  <a:cubicBezTo>
                    <a:pt x="0" y="2478"/>
                    <a:pt x="536" y="4240"/>
                    <a:pt x="1501" y="5145"/>
                  </a:cubicBezTo>
                  <a:cubicBezTo>
                    <a:pt x="1868" y="5490"/>
                    <a:pt x="2247" y="5655"/>
                    <a:pt x="2590" y="5655"/>
                  </a:cubicBezTo>
                  <a:cubicBezTo>
                    <a:pt x="3137" y="5655"/>
                    <a:pt x="3596" y="5237"/>
                    <a:pt x="3787" y="4455"/>
                  </a:cubicBezTo>
                  <a:cubicBezTo>
                    <a:pt x="4084" y="3181"/>
                    <a:pt x="3548" y="1419"/>
                    <a:pt x="2584" y="514"/>
                  </a:cubicBezTo>
                  <a:cubicBezTo>
                    <a:pt x="2210" y="167"/>
                    <a:pt x="1827" y="0"/>
                    <a:pt x="14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0"/>
            <p:cNvSpPr/>
            <p:nvPr/>
          </p:nvSpPr>
          <p:spPr>
            <a:xfrm>
              <a:off x="5722736" y="2874276"/>
              <a:ext cx="90166" cy="124908"/>
            </a:xfrm>
            <a:custGeom>
              <a:avLst/>
              <a:gdLst/>
              <a:ahLst/>
              <a:cxnLst/>
              <a:rect l="l" t="t" r="r" b="b"/>
              <a:pathLst>
                <a:path w="4085" h="5659" extrusionOk="0">
                  <a:moveTo>
                    <a:pt x="1492" y="0"/>
                  </a:moveTo>
                  <a:cubicBezTo>
                    <a:pt x="946" y="0"/>
                    <a:pt x="492" y="419"/>
                    <a:pt x="310" y="1198"/>
                  </a:cubicBezTo>
                  <a:cubicBezTo>
                    <a:pt x="1" y="2472"/>
                    <a:pt x="536" y="4246"/>
                    <a:pt x="1501" y="5139"/>
                  </a:cubicBezTo>
                  <a:cubicBezTo>
                    <a:pt x="1875" y="5490"/>
                    <a:pt x="2258" y="5659"/>
                    <a:pt x="2604" y="5659"/>
                  </a:cubicBezTo>
                  <a:cubicBezTo>
                    <a:pt x="3150" y="5659"/>
                    <a:pt x="3605" y="5240"/>
                    <a:pt x="3787" y="4461"/>
                  </a:cubicBezTo>
                  <a:cubicBezTo>
                    <a:pt x="4084" y="3187"/>
                    <a:pt x="3549" y="1413"/>
                    <a:pt x="2596" y="520"/>
                  </a:cubicBezTo>
                  <a:cubicBezTo>
                    <a:pt x="2222" y="168"/>
                    <a:pt x="1839" y="0"/>
                    <a:pt x="14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0"/>
            <p:cNvSpPr/>
            <p:nvPr/>
          </p:nvSpPr>
          <p:spPr>
            <a:xfrm>
              <a:off x="5786859" y="3084791"/>
              <a:ext cx="90166" cy="124908"/>
            </a:xfrm>
            <a:custGeom>
              <a:avLst/>
              <a:gdLst/>
              <a:ahLst/>
              <a:cxnLst/>
              <a:rect l="l" t="t" r="r" b="b"/>
              <a:pathLst>
                <a:path w="4085" h="5659" extrusionOk="0">
                  <a:moveTo>
                    <a:pt x="1489" y="0"/>
                  </a:moveTo>
                  <a:cubicBezTo>
                    <a:pt x="945" y="0"/>
                    <a:pt x="488" y="418"/>
                    <a:pt x="298" y="1198"/>
                  </a:cubicBezTo>
                  <a:cubicBezTo>
                    <a:pt x="1" y="2472"/>
                    <a:pt x="536" y="4246"/>
                    <a:pt x="1501" y="5139"/>
                  </a:cubicBezTo>
                  <a:cubicBezTo>
                    <a:pt x="1875" y="5490"/>
                    <a:pt x="2258" y="5658"/>
                    <a:pt x="2605" y="5658"/>
                  </a:cubicBezTo>
                  <a:cubicBezTo>
                    <a:pt x="3151" y="5658"/>
                    <a:pt x="3605" y="5240"/>
                    <a:pt x="3787" y="4460"/>
                  </a:cubicBezTo>
                  <a:cubicBezTo>
                    <a:pt x="4085" y="3175"/>
                    <a:pt x="3549" y="1412"/>
                    <a:pt x="2584" y="519"/>
                  </a:cubicBezTo>
                  <a:cubicBezTo>
                    <a:pt x="2215" y="168"/>
                    <a:pt x="1834" y="0"/>
                    <a:pt x="14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0"/>
            <p:cNvSpPr/>
            <p:nvPr/>
          </p:nvSpPr>
          <p:spPr>
            <a:xfrm>
              <a:off x="5844934" y="2837921"/>
              <a:ext cx="90166" cy="124864"/>
            </a:xfrm>
            <a:custGeom>
              <a:avLst/>
              <a:gdLst/>
              <a:ahLst/>
              <a:cxnLst/>
              <a:rect l="l" t="t" r="r" b="b"/>
              <a:pathLst>
                <a:path w="4085" h="5657" extrusionOk="0">
                  <a:moveTo>
                    <a:pt x="1476" y="1"/>
                  </a:moveTo>
                  <a:cubicBezTo>
                    <a:pt x="932" y="1"/>
                    <a:pt x="480" y="417"/>
                    <a:pt x="299" y="1202"/>
                  </a:cubicBezTo>
                  <a:cubicBezTo>
                    <a:pt x="1" y="2476"/>
                    <a:pt x="537" y="4238"/>
                    <a:pt x="1501" y="5143"/>
                  </a:cubicBezTo>
                  <a:cubicBezTo>
                    <a:pt x="1875" y="5489"/>
                    <a:pt x="2258" y="5657"/>
                    <a:pt x="2604" y="5657"/>
                  </a:cubicBezTo>
                  <a:cubicBezTo>
                    <a:pt x="3150" y="5657"/>
                    <a:pt x="3605" y="5240"/>
                    <a:pt x="3787" y="4453"/>
                  </a:cubicBezTo>
                  <a:cubicBezTo>
                    <a:pt x="4085" y="3179"/>
                    <a:pt x="3549" y="1416"/>
                    <a:pt x="2585" y="524"/>
                  </a:cubicBezTo>
                  <a:cubicBezTo>
                    <a:pt x="2209" y="171"/>
                    <a:pt x="1824" y="1"/>
                    <a:pt x="147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0"/>
            <p:cNvSpPr/>
            <p:nvPr/>
          </p:nvSpPr>
          <p:spPr>
            <a:xfrm>
              <a:off x="6107763" y="2364733"/>
              <a:ext cx="142721" cy="78291"/>
            </a:xfrm>
            <a:custGeom>
              <a:avLst/>
              <a:gdLst/>
              <a:ahLst/>
              <a:cxnLst/>
              <a:rect l="l" t="t" r="r" b="b"/>
              <a:pathLst>
                <a:path w="6466" h="3547" extrusionOk="0">
                  <a:moveTo>
                    <a:pt x="2531" y="0"/>
                  </a:moveTo>
                  <a:cubicBezTo>
                    <a:pt x="2163" y="0"/>
                    <a:pt x="1808" y="48"/>
                    <a:pt x="1488" y="148"/>
                  </a:cubicBezTo>
                  <a:cubicBezTo>
                    <a:pt x="238" y="529"/>
                    <a:pt x="0" y="1577"/>
                    <a:pt x="965" y="2470"/>
                  </a:cubicBezTo>
                  <a:cubicBezTo>
                    <a:pt x="1674" y="3144"/>
                    <a:pt x="2851" y="3547"/>
                    <a:pt x="3927" y="3547"/>
                  </a:cubicBezTo>
                  <a:cubicBezTo>
                    <a:pt x="4297" y="3547"/>
                    <a:pt x="4654" y="3499"/>
                    <a:pt x="4977" y="3399"/>
                  </a:cubicBezTo>
                  <a:cubicBezTo>
                    <a:pt x="6227" y="3018"/>
                    <a:pt x="6465" y="1970"/>
                    <a:pt x="5501" y="1077"/>
                  </a:cubicBezTo>
                  <a:cubicBezTo>
                    <a:pt x="4783" y="403"/>
                    <a:pt x="3603" y="0"/>
                    <a:pt x="25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0"/>
            <p:cNvSpPr/>
            <p:nvPr/>
          </p:nvSpPr>
          <p:spPr>
            <a:xfrm>
              <a:off x="6079641" y="2489029"/>
              <a:ext cx="142721" cy="78313"/>
            </a:xfrm>
            <a:custGeom>
              <a:avLst/>
              <a:gdLst/>
              <a:ahLst/>
              <a:cxnLst/>
              <a:rect l="l" t="t" r="r" b="b"/>
              <a:pathLst>
                <a:path w="6466" h="3548" extrusionOk="0">
                  <a:moveTo>
                    <a:pt x="2531" y="1"/>
                  </a:moveTo>
                  <a:cubicBezTo>
                    <a:pt x="2163" y="1"/>
                    <a:pt x="1808" y="49"/>
                    <a:pt x="1489" y="149"/>
                  </a:cubicBezTo>
                  <a:cubicBezTo>
                    <a:pt x="226" y="530"/>
                    <a:pt x="0" y="1566"/>
                    <a:pt x="953" y="2471"/>
                  </a:cubicBezTo>
                  <a:cubicBezTo>
                    <a:pt x="1671" y="3144"/>
                    <a:pt x="2850" y="3547"/>
                    <a:pt x="3922" y="3547"/>
                  </a:cubicBezTo>
                  <a:cubicBezTo>
                    <a:pt x="4290" y="3547"/>
                    <a:pt x="4646" y="3500"/>
                    <a:pt x="4965" y="3399"/>
                  </a:cubicBezTo>
                  <a:cubicBezTo>
                    <a:pt x="6227" y="3018"/>
                    <a:pt x="6465" y="1983"/>
                    <a:pt x="5501" y="1078"/>
                  </a:cubicBezTo>
                  <a:cubicBezTo>
                    <a:pt x="4783" y="404"/>
                    <a:pt x="3603" y="1"/>
                    <a:pt x="25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0"/>
            <p:cNvSpPr/>
            <p:nvPr/>
          </p:nvSpPr>
          <p:spPr>
            <a:xfrm>
              <a:off x="6051520" y="2613346"/>
              <a:ext cx="142721" cy="78291"/>
            </a:xfrm>
            <a:custGeom>
              <a:avLst/>
              <a:gdLst/>
              <a:ahLst/>
              <a:cxnLst/>
              <a:rect l="l" t="t" r="r" b="b"/>
              <a:pathLst>
                <a:path w="6466" h="3547" extrusionOk="0">
                  <a:moveTo>
                    <a:pt x="2532" y="1"/>
                  </a:moveTo>
                  <a:cubicBezTo>
                    <a:pt x="2163" y="1"/>
                    <a:pt x="1808" y="48"/>
                    <a:pt x="1489" y="149"/>
                  </a:cubicBezTo>
                  <a:cubicBezTo>
                    <a:pt x="238" y="530"/>
                    <a:pt x="0" y="1565"/>
                    <a:pt x="965" y="2470"/>
                  </a:cubicBezTo>
                  <a:cubicBezTo>
                    <a:pt x="1674" y="3144"/>
                    <a:pt x="2851" y="3547"/>
                    <a:pt x="3927" y="3547"/>
                  </a:cubicBezTo>
                  <a:cubicBezTo>
                    <a:pt x="4297" y="3547"/>
                    <a:pt x="4654" y="3499"/>
                    <a:pt x="4977" y="3399"/>
                  </a:cubicBezTo>
                  <a:cubicBezTo>
                    <a:pt x="6227" y="3018"/>
                    <a:pt x="6465" y="1970"/>
                    <a:pt x="5501" y="1077"/>
                  </a:cubicBezTo>
                  <a:cubicBezTo>
                    <a:pt x="4783" y="404"/>
                    <a:pt x="3603" y="1"/>
                    <a:pt x="25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2" name="Google Shape;362;p30"/>
          <p:cNvGrpSpPr/>
          <p:nvPr/>
        </p:nvGrpSpPr>
        <p:grpSpPr>
          <a:xfrm>
            <a:off x="7827439" y="105483"/>
            <a:ext cx="1216287" cy="1211092"/>
            <a:chOff x="6969406" y="2234908"/>
            <a:chExt cx="1216287" cy="1211092"/>
          </a:xfrm>
        </p:grpSpPr>
        <p:sp>
          <p:nvSpPr>
            <p:cNvPr id="363" name="Google Shape;363;p30"/>
            <p:cNvSpPr/>
            <p:nvPr/>
          </p:nvSpPr>
          <p:spPr>
            <a:xfrm>
              <a:off x="7357833" y="2691586"/>
              <a:ext cx="324576" cy="324576"/>
            </a:xfrm>
            <a:custGeom>
              <a:avLst/>
              <a:gdLst/>
              <a:ahLst/>
              <a:cxnLst/>
              <a:rect l="l" t="t" r="r" b="b"/>
              <a:pathLst>
                <a:path w="14705" h="14705" extrusionOk="0">
                  <a:moveTo>
                    <a:pt x="7347" y="0"/>
                  </a:moveTo>
                  <a:cubicBezTo>
                    <a:pt x="3287" y="0"/>
                    <a:pt x="1" y="3286"/>
                    <a:pt x="1" y="7346"/>
                  </a:cubicBezTo>
                  <a:cubicBezTo>
                    <a:pt x="1" y="11406"/>
                    <a:pt x="3287" y="14704"/>
                    <a:pt x="7347" y="14704"/>
                  </a:cubicBezTo>
                  <a:cubicBezTo>
                    <a:pt x="11407" y="14704"/>
                    <a:pt x="14705" y="11406"/>
                    <a:pt x="14705" y="7346"/>
                  </a:cubicBezTo>
                  <a:cubicBezTo>
                    <a:pt x="14705" y="3286"/>
                    <a:pt x="11407" y="0"/>
                    <a:pt x="734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0"/>
            <p:cNvSpPr/>
            <p:nvPr/>
          </p:nvSpPr>
          <p:spPr>
            <a:xfrm>
              <a:off x="7581481" y="2412467"/>
              <a:ext cx="604213" cy="1028093"/>
            </a:xfrm>
            <a:custGeom>
              <a:avLst/>
              <a:gdLst/>
              <a:ahLst/>
              <a:cxnLst/>
              <a:rect l="l" t="t" r="r" b="b"/>
              <a:pathLst>
                <a:path w="27374" h="46578" extrusionOk="0">
                  <a:moveTo>
                    <a:pt x="19908" y="1"/>
                  </a:moveTo>
                  <a:lnTo>
                    <a:pt x="2215" y="17098"/>
                  </a:lnTo>
                  <a:cubicBezTo>
                    <a:pt x="644" y="18610"/>
                    <a:pt x="1" y="20849"/>
                    <a:pt x="525" y="22956"/>
                  </a:cubicBezTo>
                  <a:lnTo>
                    <a:pt x="6347" y="46578"/>
                  </a:lnTo>
                  <a:cubicBezTo>
                    <a:pt x="7764" y="46221"/>
                    <a:pt x="9097" y="45506"/>
                    <a:pt x="10193" y="44459"/>
                  </a:cubicBezTo>
                  <a:lnTo>
                    <a:pt x="24409" y="30814"/>
                  </a:lnTo>
                  <a:cubicBezTo>
                    <a:pt x="26457" y="28838"/>
                    <a:pt x="27373" y="25968"/>
                    <a:pt x="26873" y="23182"/>
                  </a:cubicBezTo>
                  <a:lnTo>
                    <a:pt x="21837" y="3216"/>
                  </a:lnTo>
                  <a:cubicBezTo>
                    <a:pt x="21432" y="2001"/>
                    <a:pt x="20777" y="906"/>
                    <a:pt x="19908" y="1"/>
                  </a:cubicBezTo>
                  <a:close/>
                </a:path>
              </a:pathLst>
            </a:custGeom>
            <a:solidFill>
              <a:srgbClr val="3B0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0"/>
            <p:cNvSpPr/>
            <p:nvPr/>
          </p:nvSpPr>
          <p:spPr>
            <a:xfrm>
              <a:off x="6978589" y="2234908"/>
              <a:ext cx="1042308" cy="592713"/>
            </a:xfrm>
            <a:custGeom>
              <a:avLst/>
              <a:gdLst/>
              <a:ahLst/>
              <a:cxnLst/>
              <a:rect l="l" t="t" r="r" b="b"/>
              <a:pathLst>
                <a:path w="47222" h="26853" extrusionOk="0">
                  <a:moveTo>
                    <a:pt x="22392" y="1"/>
                  </a:moveTo>
                  <a:cubicBezTo>
                    <a:pt x="20555" y="1"/>
                    <a:pt x="18755" y="603"/>
                    <a:pt x="17265" y="1723"/>
                  </a:cubicBezTo>
                  <a:lnTo>
                    <a:pt x="1620" y="16748"/>
                  </a:lnTo>
                  <a:cubicBezTo>
                    <a:pt x="870" y="17677"/>
                    <a:pt x="322" y="18725"/>
                    <a:pt x="1" y="19856"/>
                  </a:cubicBezTo>
                  <a:lnTo>
                    <a:pt x="23599" y="26619"/>
                  </a:lnTo>
                  <a:cubicBezTo>
                    <a:pt x="24155" y="26776"/>
                    <a:pt x="24721" y="26852"/>
                    <a:pt x="25282" y="26852"/>
                  </a:cubicBezTo>
                  <a:cubicBezTo>
                    <a:pt x="26847" y="26852"/>
                    <a:pt x="28371" y="26255"/>
                    <a:pt x="29528" y="25142"/>
                  </a:cubicBezTo>
                  <a:lnTo>
                    <a:pt x="47221" y="8045"/>
                  </a:lnTo>
                  <a:cubicBezTo>
                    <a:pt x="46459" y="7247"/>
                    <a:pt x="45542" y="6604"/>
                    <a:pt x="44518" y="6140"/>
                  </a:cubicBezTo>
                  <a:lnTo>
                    <a:pt x="23623" y="91"/>
                  </a:lnTo>
                  <a:cubicBezTo>
                    <a:pt x="23213" y="31"/>
                    <a:pt x="22801" y="1"/>
                    <a:pt x="2239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0"/>
            <p:cNvSpPr/>
            <p:nvPr/>
          </p:nvSpPr>
          <p:spPr>
            <a:xfrm>
              <a:off x="6969406" y="2673176"/>
              <a:ext cx="752143" cy="772824"/>
            </a:xfrm>
            <a:custGeom>
              <a:avLst/>
              <a:gdLst/>
              <a:ahLst/>
              <a:cxnLst/>
              <a:rect l="l" t="t" r="r" b="b"/>
              <a:pathLst>
                <a:path w="34076" h="35013" extrusionOk="0">
                  <a:moveTo>
                    <a:pt x="417" y="1"/>
                  </a:moveTo>
                  <a:cubicBezTo>
                    <a:pt x="36" y="1382"/>
                    <a:pt x="0" y="2870"/>
                    <a:pt x="357" y="4323"/>
                  </a:cubicBezTo>
                  <a:lnTo>
                    <a:pt x="5001" y="23170"/>
                  </a:lnTo>
                  <a:cubicBezTo>
                    <a:pt x="5727" y="26123"/>
                    <a:pt x="7977" y="28457"/>
                    <a:pt x="10894" y="29290"/>
                  </a:cubicBezTo>
                  <a:lnTo>
                    <a:pt x="29718" y="34684"/>
                  </a:lnTo>
                  <a:cubicBezTo>
                    <a:pt x="30484" y="34905"/>
                    <a:pt x="31266" y="35012"/>
                    <a:pt x="32044" y="35012"/>
                  </a:cubicBezTo>
                  <a:cubicBezTo>
                    <a:pt x="32729" y="35012"/>
                    <a:pt x="33412" y="34929"/>
                    <a:pt x="34076" y="34767"/>
                  </a:cubicBezTo>
                  <a:lnTo>
                    <a:pt x="28254" y="11169"/>
                  </a:lnTo>
                  <a:cubicBezTo>
                    <a:pt x="27730" y="9050"/>
                    <a:pt x="26111" y="7359"/>
                    <a:pt x="24003" y="6764"/>
                  </a:cubicBezTo>
                  <a:lnTo>
                    <a:pt x="417" y="1"/>
                  </a:lnTo>
                  <a:close/>
                </a:path>
              </a:pathLst>
            </a:custGeom>
            <a:solidFill>
              <a:srgbClr val="7422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0"/>
            <p:cNvSpPr/>
            <p:nvPr/>
          </p:nvSpPr>
          <p:spPr>
            <a:xfrm>
              <a:off x="7375889" y="2926800"/>
              <a:ext cx="112702" cy="105904"/>
            </a:xfrm>
            <a:custGeom>
              <a:avLst/>
              <a:gdLst/>
              <a:ahLst/>
              <a:cxnLst/>
              <a:rect l="l" t="t" r="r" b="b"/>
              <a:pathLst>
                <a:path w="5106" h="4798" extrusionOk="0">
                  <a:moveTo>
                    <a:pt x="1368" y="0"/>
                  </a:moveTo>
                  <a:cubicBezTo>
                    <a:pt x="482" y="0"/>
                    <a:pt x="1" y="687"/>
                    <a:pt x="266" y="1739"/>
                  </a:cubicBezTo>
                  <a:cubicBezTo>
                    <a:pt x="576" y="3013"/>
                    <a:pt x="1850" y="4346"/>
                    <a:pt x="3124" y="4703"/>
                  </a:cubicBezTo>
                  <a:cubicBezTo>
                    <a:pt x="3342" y="4767"/>
                    <a:pt x="3546" y="4798"/>
                    <a:pt x="3732" y="4798"/>
                  </a:cubicBezTo>
                  <a:cubicBezTo>
                    <a:pt x="4621" y="4798"/>
                    <a:pt x="5106" y="4104"/>
                    <a:pt x="4850" y="3060"/>
                  </a:cubicBezTo>
                  <a:cubicBezTo>
                    <a:pt x="4529" y="1786"/>
                    <a:pt x="3255" y="453"/>
                    <a:pt x="1981" y="96"/>
                  </a:cubicBezTo>
                  <a:cubicBezTo>
                    <a:pt x="1760" y="31"/>
                    <a:pt x="1555" y="0"/>
                    <a:pt x="136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0"/>
            <p:cNvSpPr/>
            <p:nvPr/>
          </p:nvSpPr>
          <p:spPr>
            <a:xfrm>
              <a:off x="7283644" y="3014851"/>
              <a:ext cx="112724" cy="105816"/>
            </a:xfrm>
            <a:custGeom>
              <a:avLst/>
              <a:gdLst/>
              <a:ahLst/>
              <a:cxnLst/>
              <a:rect l="l" t="t" r="r" b="b"/>
              <a:pathLst>
                <a:path w="5107" h="4794" extrusionOk="0">
                  <a:moveTo>
                    <a:pt x="1374" y="0"/>
                  </a:moveTo>
                  <a:cubicBezTo>
                    <a:pt x="482" y="0"/>
                    <a:pt x="1" y="687"/>
                    <a:pt x="266" y="1738"/>
                  </a:cubicBezTo>
                  <a:cubicBezTo>
                    <a:pt x="576" y="3012"/>
                    <a:pt x="1861" y="4334"/>
                    <a:pt x="3124" y="4703"/>
                  </a:cubicBezTo>
                  <a:cubicBezTo>
                    <a:pt x="3341" y="4764"/>
                    <a:pt x="3543" y="4794"/>
                    <a:pt x="3728" y="4794"/>
                  </a:cubicBezTo>
                  <a:cubicBezTo>
                    <a:pt x="4620" y="4794"/>
                    <a:pt x="5106" y="4113"/>
                    <a:pt x="4850" y="3048"/>
                  </a:cubicBezTo>
                  <a:cubicBezTo>
                    <a:pt x="4540" y="1786"/>
                    <a:pt x="3255" y="452"/>
                    <a:pt x="1992" y="95"/>
                  </a:cubicBezTo>
                  <a:cubicBezTo>
                    <a:pt x="1770" y="31"/>
                    <a:pt x="1563" y="0"/>
                    <a:pt x="13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0"/>
            <p:cNvSpPr/>
            <p:nvPr/>
          </p:nvSpPr>
          <p:spPr>
            <a:xfrm>
              <a:off x="7191620" y="3102880"/>
              <a:ext cx="112768" cy="105816"/>
            </a:xfrm>
            <a:custGeom>
              <a:avLst/>
              <a:gdLst/>
              <a:ahLst/>
              <a:cxnLst/>
              <a:rect l="l" t="t" r="r" b="b"/>
              <a:pathLst>
                <a:path w="5109" h="4794" extrusionOk="0">
                  <a:moveTo>
                    <a:pt x="1369" y="1"/>
                  </a:moveTo>
                  <a:cubicBezTo>
                    <a:pt x="483" y="1"/>
                    <a:pt x="0" y="687"/>
                    <a:pt x="256" y="1739"/>
                  </a:cubicBezTo>
                  <a:cubicBezTo>
                    <a:pt x="577" y="3013"/>
                    <a:pt x="1851" y="4334"/>
                    <a:pt x="3125" y="4703"/>
                  </a:cubicBezTo>
                  <a:cubicBezTo>
                    <a:pt x="3341" y="4764"/>
                    <a:pt x="3542" y="4793"/>
                    <a:pt x="3726" y="4793"/>
                  </a:cubicBezTo>
                  <a:cubicBezTo>
                    <a:pt x="4620" y="4793"/>
                    <a:pt x="5108" y="4107"/>
                    <a:pt x="4852" y="3060"/>
                  </a:cubicBezTo>
                  <a:cubicBezTo>
                    <a:pt x="4530" y="1786"/>
                    <a:pt x="3256" y="453"/>
                    <a:pt x="1982" y="96"/>
                  </a:cubicBezTo>
                  <a:cubicBezTo>
                    <a:pt x="1762" y="31"/>
                    <a:pt x="1557" y="1"/>
                    <a:pt x="13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30"/>
            <p:cNvSpPr/>
            <p:nvPr/>
          </p:nvSpPr>
          <p:spPr>
            <a:xfrm>
              <a:off x="7436613" y="3173051"/>
              <a:ext cx="112702" cy="105904"/>
            </a:xfrm>
            <a:custGeom>
              <a:avLst/>
              <a:gdLst/>
              <a:ahLst/>
              <a:cxnLst/>
              <a:rect l="l" t="t" r="r" b="b"/>
              <a:pathLst>
                <a:path w="5106" h="4798" extrusionOk="0">
                  <a:moveTo>
                    <a:pt x="1367" y="1"/>
                  </a:moveTo>
                  <a:cubicBezTo>
                    <a:pt x="481" y="1"/>
                    <a:pt x="0" y="687"/>
                    <a:pt x="265" y="1739"/>
                  </a:cubicBezTo>
                  <a:cubicBezTo>
                    <a:pt x="575" y="3013"/>
                    <a:pt x="1849" y="4334"/>
                    <a:pt x="3123" y="4703"/>
                  </a:cubicBezTo>
                  <a:cubicBezTo>
                    <a:pt x="3341" y="4767"/>
                    <a:pt x="3545" y="4798"/>
                    <a:pt x="3731" y="4798"/>
                  </a:cubicBezTo>
                  <a:cubicBezTo>
                    <a:pt x="4620" y="4798"/>
                    <a:pt x="5105" y="4104"/>
                    <a:pt x="4849" y="3060"/>
                  </a:cubicBezTo>
                  <a:cubicBezTo>
                    <a:pt x="4528" y="1786"/>
                    <a:pt x="3254" y="453"/>
                    <a:pt x="1980" y="96"/>
                  </a:cubicBezTo>
                  <a:cubicBezTo>
                    <a:pt x="1760" y="31"/>
                    <a:pt x="1554" y="1"/>
                    <a:pt x="136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0"/>
            <p:cNvSpPr/>
            <p:nvPr/>
          </p:nvSpPr>
          <p:spPr>
            <a:xfrm>
              <a:off x="7130918" y="2856629"/>
              <a:ext cx="112768" cy="105816"/>
            </a:xfrm>
            <a:custGeom>
              <a:avLst/>
              <a:gdLst/>
              <a:ahLst/>
              <a:cxnLst/>
              <a:rect l="l" t="t" r="r" b="b"/>
              <a:pathLst>
                <a:path w="5109" h="4794" extrusionOk="0">
                  <a:moveTo>
                    <a:pt x="1369" y="1"/>
                  </a:moveTo>
                  <a:cubicBezTo>
                    <a:pt x="483" y="1"/>
                    <a:pt x="0" y="687"/>
                    <a:pt x="256" y="1739"/>
                  </a:cubicBezTo>
                  <a:cubicBezTo>
                    <a:pt x="577" y="3013"/>
                    <a:pt x="1851" y="4334"/>
                    <a:pt x="3125" y="4703"/>
                  </a:cubicBezTo>
                  <a:cubicBezTo>
                    <a:pt x="3340" y="4764"/>
                    <a:pt x="3542" y="4793"/>
                    <a:pt x="3725" y="4793"/>
                  </a:cubicBezTo>
                  <a:cubicBezTo>
                    <a:pt x="4620" y="4793"/>
                    <a:pt x="5108" y="4107"/>
                    <a:pt x="4851" y="3060"/>
                  </a:cubicBezTo>
                  <a:cubicBezTo>
                    <a:pt x="4530" y="1786"/>
                    <a:pt x="3256" y="453"/>
                    <a:pt x="1982" y="96"/>
                  </a:cubicBezTo>
                  <a:cubicBezTo>
                    <a:pt x="1762" y="31"/>
                    <a:pt x="1556" y="1"/>
                    <a:pt x="13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0"/>
            <p:cNvSpPr/>
            <p:nvPr/>
          </p:nvSpPr>
          <p:spPr>
            <a:xfrm>
              <a:off x="7394629" y="2366267"/>
              <a:ext cx="142456" cy="78755"/>
            </a:xfrm>
            <a:custGeom>
              <a:avLst/>
              <a:gdLst/>
              <a:ahLst/>
              <a:cxnLst/>
              <a:rect l="l" t="t" r="r" b="b"/>
              <a:pathLst>
                <a:path w="6454" h="3568" extrusionOk="0">
                  <a:moveTo>
                    <a:pt x="3975" y="1"/>
                  </a:moveTo>
                  <a:cubicBezTo>
                    <a:pt x="2880" y="1"/>
                    <a:pt x="1668" y="430"/>
                    <a:pt x="941" y="1129"/>
                  </a:cubicBezTo>
                  <a:cubicBezTo>
                    <a:pt x="1" y="2034"/>
                    <a:pt x="251" y="3070"/>
                    <a:pt x="1513" y="3439"/>
                  </a:cubicBezTo>
                  <a:cubicBezTo>
                    <a:pt x="1812" y="3527"/>
                    <a:pt x="2140" y="3568"/>
                    <a:pt x="2479" y="3568"/>
                  </a:cubicBezTo>
                  <a:cubicBezTo>
                    <a:pt x="3573" y="3568"/>
                    <a:pt x="4783" y="3139"/>
                    <a:pt x="5501" y="2439"/>
                  </a:cubicBezTo>
                  <a:cubicBezTo>
                    <a:pt x="6454" y="1534"/>
                    <a:pt x="6204" y="487"/>
                    <a:pt x="4942" y="129"/>
                  </a:cubicBezTo>
                  <a:cubicBezTo>
                    <a:pt x="4643" y="42"/>
                    <a:pt x="4314" y="1"/>
                    <a:pt x="39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0"/>
            <p:cNvSpPr/>
            <p:nvPr/>
          </p:nvSpPr>
          <p:spPr>
            <a:xfrm>
              <a:off x="7454824" y="2613843"/>
              <a:ext cx="142721" cy="78799"/>
            </a:xfrm>
            <a:custGeom>
              <a:avLst/>
              <a:gdLst/>
              <a:ahLst/>
              <a:cxnLst/>
              <a:rect l="l" t="t" r="r" b="b"/>
              <a:pathLst>
                <a:path w="6466" h="3570" extrusionOk="0">
                  <a:moveTo>
                    <a:pt x="3981" y="0"/>
                  </a:moveTo>
                  <a:cubicBezTo>
                    <a:pt x="2892" y="0"/>
                    <a:pt x="1679" y="429"/>
                    <a:pt x="953" y="1129"/>
                  </a:cubicBezTo>
                  <a:cubicBezTo>
                    <a:pt x="0" y="2046"/>
                    <a:pt x="250" y="3082"/>
                    <a:pt x="1512" y="3439"/>
                  </a:cubicBezTo>
                  <a:cubicBezTo>
                    <a:pt x="1815" y="3527"/>
                    <a:pt x="2148" y="3569"/>
                    <a:pt x="2492" y="3569"/>
                  </a:cubicBezTo>
                  <a:cubicBezTo>
                    <a:pt x="3583" y="3569"/>
                    <a:pt x="4789" y="3148"/>
                    <a:pt x="5513" y="2451"/>
                  </a:cubicBezTo>
                  <a:cubicBezTo>
                    <a:pt x="6465" y="1534"/>
                    <a:pt x="6203" y="498"/>
                    <a:pt x="4941" y="129"/>
                  </a:cubicBezTo>
                  <a:cubicBezTo>
                    <a:pt x="4645" y="42"/>
                    <a:pt x="4319" y="0"/>
                    <a:pt x="39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0"/>
            <p:cNvSpPr/>
            <p:nvPr/>
          </p:nvSpPr>
          <p:spPr>
            <a:xfrm>
              <a:off x="7638254" y="2436814"/>
              <a:ext cx="142456" cy="78799"/>
            </a:xfrm>
            <a:custGeom>
              <a:avLst/>
              <a:gdLst/>
              <a:ahLst/>
              <a:cxnLst/>
              <a:rect l="l" t="t" r="r" b="b"/>
              <a:pathLst>
                <a:path w="6454" h="3570" extrusionOk="0">
                  <a:moveTo>
                    <a:pt x="3983" y="0"/>
                  </a:moveTo>
                  <a:cubicBezTo>
                    <a:pt x="2886" y="0"/>
                    <a:pt x="1670" y="423"/>
                    <a:pt x="941" y="1124"/>
                  </a:cubicBezTo>
                  <a:cubicBezTo>
                    <a:pt x="1" y="2041"/>
                    <a:pt x="251" y="3077"/>
                    <a:pt x="1513" y="3446"/>
                  </a:cubicBezTo>
                  <a:cubicBezTo>
                    <a:pt x="1809" y="3530"/>
                    <a:pt x="2135" y="3570"/>
                    <a:pt x="2472" y="3570"/>
                  </a:cubicBezTo>
                  <a:cubicBezTo>
                    <a:pt x="3568" y="3570"/>
                    <a:pt x="4782" y="3147"/>
                    <a:pt x="5501" y="2446"/>
                  </a:cubicBezTo>
                  <a:cubicBezTo>
                    <a:pt x="6454" y="1529"/>
                    <a:pt x="6204" y="493"/>
                    <a:pt x="4942" y="124"/>
                  </a:cubicBezTo>
                  <a:cubicBezTo>
                    <a:pt x="4645" y="40"/>
                    <a:pt x="4320" y="0"/>
                    <a:pt x="39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0"/>
            <p:cNvSpPr/>
            <p:nvPr/>
          </p:nvSpPr>
          <p:spPr>
            <a:xfrm>
              <a:off x="7211177" y="2543362"/>
              <a:ext cx="142721" cy="78799"/>
            </a:xfrm>
            <a:custGeom>
              <a:avLst/>
              <a:gdLst/>
              <a:ahLst/>
              <a:cxnLst/>
              <a:rect l="l" t="t" r="r" b="b"/>
              <a:pathLst>
                <a:path w="6466" h="3570" extrusionOk="0">
                  <a:moveTo>
                    <a:pt x="3974" y="1"/>
                  </a:moveTo>
                  <a:cubicBezTo>
                    <a:pt x="2883" y="1"/>
                    <a:pt x="1678" y="422"/>
                    <a:pt x="953" y="1119"/>
                  </a:cubicBezTo>
                  <a:cubicBezTo>
                    <a:pt x="1" y="2036"/>
                    <a:pt x="251" y="3072"/>
                    <a:pt x="1513" y="3441"/>
                  </a:cubicBezTo>
                  <a:cubicBezTo>
                    <a:pt x="1812" y="3528"/>
                    <a:pt x="2141" y="3570"/>
                    <a:pt x="2481" y="3570"/>
                  </a:cubicBezTo>
                  <a:cubicBezTo>
                    <a:pt x="3579" y="3570"/>
                    <a:pt x="4796" y="3141"/>
                    <a:pt x="5514" y="2441"/>
                  </a:cubicBezTo>
                  <a:cubicBezTo>
                    <a:pt x="6466" y="1524"/>
                    <a:pt x="6204" y="488"/>
                    <a:pt x="4954" y="131"/>
                  </a:cubicBezTo>
                  <a:cubicBezTo>
                    <a:pt x="4651" y="43"/>
                    <a:pt x="4319" y="1"/>
                    <a:pt x="39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0"/>
            <p:cNvSpPr/>
            <p:nvPr/>
          </p:nvSpPr>
          <p:spPr>
            <a:xfrm>
              <a:off x="7961255" y="2895434"/>
              <a:ext cx="90166" cy="125217"/>
            </a:xfrm>
            <a:custGeom>
              <a:avLst/>
              <a:gdLst/>
              <a:ahLst/>
              <a:cxnLst/>
              <a:rect l="l" t="t" r="r" b="b"/>
              <a:pathLst>
                <a:path w="4085" h="5673" extrusionOk="0">
                  <a:moveTo>
                    <a:pt x="2569" y="1"/>
                  </a:moveTo>
                  <a:cubicBezTo>
                    <a:pt x="2219" y="1"/>
                    <a:pt x="1835" y="173"/>
                    <a:pt x="1465" y="528"/>
                  </a:cubicBezTo>
                  <a:cubicBezTo>
                    <a:pt x="512" y="1445"/>
                    <a:pt x="0" y="3219"/>
                    <a:pt x="322" y="4493"/>
                  </a:cubicBezTo>
                  <a:cubicBezTo>
                    <a:pt x="516" y="5264"/>
                    <a:pt x="972" y="5673"/>
                    <a:pt x="1510" y="5673"/>
                  </a:cubicBezTo>
                  <a:cubicBezTo>
                    <a:pt x="1862" y="5673"/>
                    <a:pt x="2248" y="5498"/>
                    <a:pt x="2620" y="5136"/>
                  </a:cubicBezTo>
                  <a:cubicBezTo>
                    <a:pt x="3572" y="4219"/>
                    <a:pt x="4084" y="2445"/>
                    <a:pt x="3763" y="1183"/>
                  </a:cubicBezTo>
                  <a:cubicBezTo>
                    <a:pt x="3568" y="410"/>
                    <a:pt x="3110" y="1"/>
                    <a:pt x="25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0"/>
            <p:cNvSpPr/>
            <p:nvPr/>
          </p:nvSpPr>
          <p:spPr>
            <a:xfrm>
              <a:off x="7838791" y="2860889"/>
              <a:ext cx="89879" cy="125350"/>
            </a:xfrm>
            <a:custGeom>
              <a:avLst/>
              <a:gdLst/>
              <a:ahLst/>
              <a:cxnLst/>
              <a:rect l="l" t="t" r="r" b="b"/>
              <a:pathLst>
                <a:path w="4072" h="5679" extrusionOk="0">
                  <a:moveTo>
                    <a:pt x="2558" y="0"/>
                  </a:moveTo>
                  <a:cubicBezTo>
                    <a:pt x="2207" y="0"/>
                    <a:pt x="1823" y="173"/>
                    <a:pt x="1453" y="534"/>
                  </a:cubicBezTo>
                  <a:cubicBezTo>
                    <a:pt x="500" y="1450"/>
                    <a:pt x="0" y="3224"/>
                    <a:pt x="322" y="4498"/>
                  </a:cubicBezTo>
                  <a:cubicBezTo>
                    <a:pt x="516" y="5269"/>
                    <a:pt x="968" y="5678"/>
                    <a:pt x="1502" y="5678"/>
                  </a:cubicBezTo>
                  <a:cubicBezTo>
                    <a:pt x="1851" y="5678"/>
                    <a:pt x="2236" y="5504"/>
                    <a:pt x="2608" y="5141"/>
                  </a:cubicBezTo>
                  <a:cubicBezTo>
                    <a:pt x="3560" y="4225"/>
                    <a:pt x="4072" y="2451"/>
                    <a:pt x="3751" y="1177"/>
                  </a:cubicBezTo>
                  <a:cubicBezTo>
                    <a:pt x="3556" y="411"/>
                    <a:pt x="3098" y="0"/>
                    <a:pt x="25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0"/>
            <p:cNvSpPr/>
            <p:nvPr/>
          </p:nvSpPr>
          <p:spPr>
            <a:xfrm>
              <a:off x="7716041" y="2826653"/>
              <a:ext cx="89901" cy="125151"/>
            </a:xfrm>
            <a:custGeom>
              <a:avLst/>
              <a:gdLst/>
              <a:ahLst/>
              <a:cxnLst/>
              <a:rect l="l" t="t" r="r" b="b"/>
              <a:pathLst>
                <a:path w="4073" h="5670" extrusionOk="0">
                  <a:moveTo>
                    <a:pt x="2563" y="0"/>
                  </a:moveTo>
                  <a:cubicBezTo>
                    <a:pt x="2212" y="0"/>
                    <a:pt x="1825" y="175"/>
                    <a:pt x="1453" y="537"/>
                  </a:cubicBezTo>
                  <a:cubicBezTo>
                    <a:pt x="501" y="1442"/>
                    <a:pt x="1" y="3216"/>
                    <a:pt x="322" y="4490"/>
                  </a:cubicBezTo>
                  <a:cubicBezTo>
                    <a:pt x="517" y="5260"/>
                    <a:pt x="968" y="5669"/>
                    <a:pt x="1506" y="5669"/>
                  </a:cubicBezTo>
                  <a:cubicBezTo>
                    <a:pt x="1856" y="5669"/>
                    <a:pt x="2244" y="5495"/>
                    <a:pt x="2620" y="5133"/>
                  </a:cubicBezTo>
                  <a:cubicBezTo>
                    <a:pt x="3561" y="4216"/>
                    <a:pt x="4073" y="2442"/>
                    <a:pt x="3751" y="1180"/>
                  </a:cubicBezTo>
                  <a:cubicBezTo>
                    <a:pt x="3557" y="409"/>
                    <a:pt x="3101" y="0"/>
                    <a:pt x="25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BD553E7-B33C-8ADF-210B-ABA492EFD4A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572" b="6173"/>
          <a:stretch/>
        </p:blipFill>
        <p:spPr>
          <a:xfrm>
            <a:off x="5426322" y="401839"/>
            <a:ext cx="2314575" cy="43913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8E4F72-C54A-0B70-1DF5-72EC4B7946C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62618"/>
          <a:stretch/>
        </p:blipFill>
        <p:spPr>
          <a:xfrm>
            <a:off x="471268" y="1505640"/>
            <a:ext cx="2314575" cy="19227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36A3DCC-4A04-B2C5-EAF4-F3AC14B6178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6135" b="8488"/>
          <a:stretch/>
        </p:blipFill>
        <p:spPr>
          <a:xfrm>
            <a:off x="2971594" y="402102"/>
            <a:ext cx="2314575" cy="439131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009AA6A-3BFC-725C-A7AA-551906385F95}"/>
              </a:ext>
            </a:extLst>
          </p:cNvPr>
          <p:cNvSpPr txBox="1"/>
          <p:nvPr/>
        </p:nvSpPr>
        <p:spPr>
          <a:xfrm>
            <a:off x="439236" y="413937"/>
            <a:ext cx="22926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4"/>
                </a:solidFill>
                <a:latin typeface="Nunito" pitchFamily="2" charset="0"/>
              </a:rPr>
              <a:t>Screenshots</a:t>
            </a:r>
            <a:endParaRPr lang="en-IN" sz="2800" b="1" dirty="0">
              <a:solidFill>
                <a:schemeClr val="accent4"/>
              </a:solidFill>
              <a:latin typeface="Nunito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Google Shape;1977;p50"/>
          <p:cNvSpPr/>
          <p:nvPr/>
        </p:nvSpPr>
        <p:spPr>
          <a:xfrm>
            <a:off x="6583078" y="3830969"/>
            <a:ext cx="7580" cy="3672"/>
          </a:xfrm>
          <a:custGeom>
            <a:avLst/>
            <a:gdLst/>
            <a:ahLst/>
            <a:cxnLst/>
            <a:rect l="l" t="t" r="r" b="b"/>
            <a:pathLst>
              <a:path w="322" h="156" extrusionOk="0">
                <a:moveTo>
                  <a:pt x="322" y="0"/>
                </a:moveTo>
                <a:cubicBezTo>
                  <a:pt x="227" y="60"/>
                  <a:pt x="120" y="108"/>
                  <a:pt x="1" y="155"/>
                </a:cubicBezTo>
                <a:cubicBezTo>
                  <a:pt x="84" y="131"/>
                  <a:pt x="167" y="96"/>
                  <a:pt x="251" y="48"/>
                </a:cubicBezTo>
                <a:lnTo>
                  <a:pt x="322" y="0"/>
                </a:lnTo>
                <a:close/>
              </a:path>
            </a:pathLst>
          </a:custGeom>
          <a:solidFill>
            <a:srgbClr val="6D6E7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8" name="Google Shape;1978;p50"/>
          <p:cNvSpPr/>
          <p:nvPr/>
        </p:nvSpPr>
        <p:spPr>
          <a:xfrm>
            <a:off x="6537952" y="3830969"/>
            <a:ext cx="7862" cy="3672"/>
          </a:xfrm>
          <a:custGeom>
            <a:avLst/>
            <a:gdLst/>
            <a:ahLst/>
            <a:cxnLst/>
            <a:rect l="l" t="t" r="r" b="b"/>
            <a:pathLst>
              <a:path w="334" h="156" extrusionOk="0">
                <a:moveTo>
                  <a:pt x="1" y="0"/>
                </a:moveTo>
                <a:lnTo>
                  <a:pt x="84" y="48"/>
                </a:lnTo>
                <a:cubicBezTo>
                  <a:pt x="167" y="96"/>
                  <a:pt x="251" y="131"/>
                  <a:pt x="334" y="155"/>
                </a:cubicBezTo>
                <a:cubicBezTo>
                  <a:pt x="227" y="120"/>
                  <a:pt x="108" y="60"/>
                  <a:pt x="1" y="0"/>
                </a:cubicBezTo>
                <a:close/>
              </a:path>
            </a:pathLst>
          </a:custGeom>
          <a:solidFill>
            <a:srgbClr val="6D6E7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79" name="Google Shape;1979;p50"/>
          <p:cNvGrpSpPr/>
          <p:nvPr/>
        </p:nvGrpSpPr>
        <p:grpSpPr>
          <a:xfrm>
            <a:off x="5901756" y="1147490"/>
            <a:ext cx="1147565" cy="1304420"/>
            <a:chOff x="3774800" y="1205900"/>
            <a:chExt cx="910621" cy="1035172"/>
          </a:xfrm>
        </p:grpSpPr>
        <p:sp>
          <p:nvSpPr>
            <p:cNvPr id="1980" name="Google Shape;1980;p50"/>
            <p:cNvSpPr/>
            <p:nvPr/>
          </p:nvSpPr>
          <p:spPr>
            <a:xfrm>
              <a:off x="3792737" y="1209643"/>
              <a:ext cx="874746" cy="501732"/>
            </a:xfrm>
            <a:custGeom>
              <a:avLst/>
              <a:gdLst/>
              <a:ahLst/>
              <a:cxnLst/>
              <a:rect l="l" t="t" r="r" b="b"/>
              <a:pathLst>
                <a:path w="37160" h="21314" extrusionOk="0">
                  <a:moveTo>
                    <a:pt x="18574" y="1"/>
                  </a:moveTo>
                  <a:cubicBezTo>
                    <a:pt x="18205" y="1"/>
                    <a:pt x="17871" y="72"/>
                    <a:pt x="17609" y="227"/>
                  </a:cubicBezTo>
                  <a:lnTo>
                    <a:pt x="357" y="10193"/>
                  </a:lnTo>
                  <a:cubicBezTo>
                    <a:pt x="119" y="10324"/>
                    <a:pt x="0" y="10490"/>
                    <a:pt x="0" y="10657"/>
                  </a:cubicBezTo>
                  <a:cubicBezTo>
                    <a:pt x="0" y="10824"/>
                    <a:pt x="119" y="10990"/>
                    <a:pt x="357" y="11121"/>
                  </a:cubicBezTo>
                  <a:lnTo>
                    <a:pt x="17609" y="21087"/>
                  </a:lnTo>
                  <a:cubicBezTo>
                    <a:pt x="17871" y="21230"/>
                    <a:pt x="18205" y="21313"/>
                    <a:pt x="18574" y="21313"/>
                  </a:cubicBezTo>
                  <a:cubicBezTo>
                    <a:pt x="18943" y="21313"/>
                    <a:pt x="19288" y="21230"/>
                    <a:pt x="19538" y="21087"/>
                  </a:cubicBezTo>
                  <a:lnTo>
                    <a:pt x="36802" y="11121"/>
                  </a:lnTo>
                  <a:cubicBezTo>
                    <a:pt x="37029" y="10990"/>
                    <a:pt x="37160" y="10824"/>
                    <a:pt x="37160" y="10657"/>
                  </a:cubicBezTo>
                  <a:cubicBezTo>
                    <a:pt x="37160" y="10490"/>
                    <a:pt x="37029" y="10324"/>
                    <a:pt x="36802" y="10193"/>
                  </a:cubicBezTo>
                  <a:lnTo>
                    <a:pt x="19538" y="227"/>
                  </a:lnTo>
                  <a:cubicBezTo>
                    <a:pt x="19288" y="72"/>
                    <a:pt x="18943" y="1"/>
                    <a:pt x="185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50"/>
            <p:cNvSpPr/>
            <p:nvPr/>
          </p:nvSpPr>
          <p:spPr>
            <a:xfrm>
              <a:off x="4233594" y="1474797"/>
              <a:ext cx="448178" cy="759824"/>
            </a:xfrm>
            <a:custGeom>
              <a:avLst/>
              <a:gdLst/>
              <a:ahLst/>
              <a:cxnLst/>
              <a:rect l="l" t="t" r="r" b="b"/>
              <a:pathLst>
                <a:path w="19039" h="32278" extrusionOk="0">
                  <a:moveTo>
                    <a:pt x="18622" y="0"/>
                  </a:moveTo>
                  <a:cubicBezTo>
                    <a:pt x="18503" y="0"/>
                    <a:pt x="18372" y="48"/>
                    <a:pt x="18229" y="131"/>
                  </a:cubicBezTo>
                  <a:lnTo>
                    <a:pt x="965" y="10097"/>
                  </a:lnTo>
                  <a:cubicBezTo>
                    <a:pt x="441" y="10406"/>
                    <a:pt x="1" y="11144"/>
                    <a:pt x="1" y="11764"/>
                  </a:cubicBezTo>
                  <a:lnTo>
                    <a:pt x="1" y="31695"/>
                  </a:lnTo>
                  <a:cubicBezTo>
                    <a:pt x="1" y="32064"/>
                    <a:pt x="167" y="32278"/>
                    <a:pt x="429" y="32278"/>
                  </a:cubicBezTo>
                  <a:cubicBezTo>
                    <a:pt x="536" y="32278"/>
                    <a:pt x="679" y="32242"/>
                    <a:pt x="810" y="32159"/>
                  </a:cubicBezTo>
                  <a:lnTo>
                    <a:pt x="18074" y="22193"/>
                  </a:lnTo>
                  <a:cubicBezTo>
                    <a:pt x="18610" y="21884"/>
                    <a:pt x="19039" y="21134"/>
                    <a:pt x="19039" y="20527"/>
                  </a:cubicBezTo>
                  <a:lnTo>
                    <a:pt x="19039" y="595"/>
                  </a:lnTo>
                  <a:cubicBezTo>
                    <a:pt x="19039" y="226"/>
                    <a:pt x="18884" y="0"/>
                    <a:pt x="186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50"/>
            <p:cNvSpPr/>
            <p:nvPr/>
          </p:nvSpPr>
          <p:spPr>
            <a:xfrm>
              <a:off x="3792737" y="1209643"/>
              <a:ext cx="874746" cy="501732"/>
            </a:xfrm>
            <a:custGeom>
              <a:avLst/>
              <a:gdLst/>
              <a:ahLst/>
              <a:cxnLst/>
              <a:rect l="l" t="t" r="r" b="b"/>
              <a:pathLst>
                <a:path w="37160" h="21314" extrusionOk="0">
                  <a:moveTo>
                    <a:pt x="18574" y="1"/>
                  </a:moveTo>
                  <a:cubicBezTo>
                    <a:pt x="18205" y="1"/>
                    <a:pt x="17871" y="72"/>
                    <a:pt x="17609" y="227"/>
                  </a:cubicBezTo>
                  <a:lnTo>
                    <a:pt x="357" y="10193"/>
                  </a:lnTo>
                  <a:cubicBezTo>
                    <a:pt x="119" y="10324"/>
                    <a:pt x="0" y="10490"/>
                    <a:pt x="0" y="10657"/>
                  </a:cubicBezTo>
                  <a:cubicBezTo>
                    <a:pt x="0" y="10824"/>
                    <a:pt x="119" y="10990"/>
                    <a:pt x="357" y="11121"/>
                  </a:cubicBezTo>
                  <a:lnTo>
                    <a:pt x="17609" y="21087"/>
                  </a:lnTo>
                  <a:cubicBezTo>
                    <a:pt x="17871" y="21230"/>
                    <a:pt x="18205" y="21313"/>
                    <a:pt x="18574" y="21313"/>
                  </a:cubicBezTo>
                  <a:cubicBezTo>
                    <a:pt x="18943" y="21313"/>
                    <a:pt x="19288" y="21230"/>
                    <a:pt x="19538" y="21087"/>
                  </a:cubicBezTo>
                  <a:lnTo>
                    <a:pt x="36802" y="11121"/>
                  </a:lnTo>
                  <a:cubicBezTo>
                    <a:pt x="37029" y="10990"/>
                    <a:pt x="37160" y="10824"/>
                    <a:pt x="37160" y="10657"/>
                  </a:cubicBezTo>
                  <a:cubicBezTo>
                    <a:pt x="37160" y="10490"/>
                    <a:pt x="37029" y="10324"/>
                    <a:pt x="36802" y="10193"/>
                  </a:cubicBezTo>
                  <a:lnTo>
                    <a:pt x="19538" y="227"/>
                  </a:lnTo>
                  <a:cubicBezTo>
                    <a:pt x="19288" y="72"/>
                    <a:pt x="18943" y="1"/>
                    <a:pt x="18574" y="1"/>
                  </a:cubicBezTo>
                  <a:close/>
                </a:path>
              </a:pathLst>
            </a:custGeom>
            <a:solidFill>
              <a:srgbClr val="6D6E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50"/>
            <p:cNvSpPr/>
            <p:nvPr/>
          </p:nvSpPr>
          <p:spPr>
            <a:xfrm>
              <a:off x="3774800" y="1205900"/>
              <a:ext cx="910621" cy="1035172"/>
            </a:xfrm>
            <a:custGeom>
              <a:avLst/>
              <a:gdLst/>
              <a:ahLst/>
              <a:cxnLst/>
              <a:rect l="l" t="t" r="r" b="b"/>
              <a:pathLst>
                <a:path w="38684" h="43975" extrusionOk="0">
                  <a:moveTo>
                    <a:pt x="19336" y="160"/>
                  </a:moveTo>
                  <a:cubicBezTo>
                    <a:pt x="19705" y="160"/>
                    <a:pt x="20050" y="231"/>
                    <a:pt x="20300" y="386"/>
                  </a:cubicBezTo>
                  <a:lnTo>
                    <a:pt x="37564" y="10352"/>
                  </a:lnTo>
                  <a:cubicBezTo>
                    <a:pt x="37791" y="10483"/>
                    <a:pt x="37922" y="10649"/>
                    <a:pt x="37922" y="10816"/>
                  </a:cubicBezTo>
                  <a:cubicBezTo>
                    <a:pt x="37922" y="10983"/>
                    <a:pt x="37791" y="11149"/>
                    <a:pt x="37564" y="11280"/>
                  </a:cubicBezTo>
                  <a:lnTo>
                    <a:pt x="20300" y="21246"/>
                  </a:lnTo>
                  <a:cubicBezTo>
                    <a:pt x="20050" y="21401"/>
                    <a:pt x="19705" y="21472"/>
                    <a:pt x="19336" y="21472"/>
                  </a:cubicBezTo>
                  <a:cubicBezTo>
                    <a:pt x="18967" y="21472"/>
                    <a:pt x="18633" y="21389"/>
                    <a:pt x="18371" y="21246"/>
                  </a:cubicBezTo>
                  <a:lnTo>
                    <a:pt x="1119" y="11280"/>
                  </a:lnTo>
                  <a:cubicBezTo>
                    <a:pt x="881" y="11149"/>
                    <a:pt x="762" y="10983"/>
                    <a:pt x="762" y="10816"/>
                  </a:cubicBezTo>
                  <a:cubicBezTo>
                    <a:pt x="762" y="10649"/>
                    <a:pt x="881" y="10483"/>
                    <a:pt x="1119" y="10352"/>
                  </a:cubicBezTo>
                  <a:lnTo>
                    <a:pt x="18371" y="386"/>
                  </a:lnTo>
                  <a:cubicBezTo>
                    <a:pt x="18633" y="231"/>
                    <a:pt x="18967" y="160"/>
                    <a:pt x="19336" y="160"/>
                  </a:cubicBezTo>
                  <a:close/>
                  <a:moveTo>
                    <a:pt x="572" y="11423"/>
                  </a:moveTo>
                  <a:cubicBezTo>
                    <a:pt x="691" y="11423"/>
                    <a:pt x="822" y="11471"/>
                    <a:pt x="965" y="11554"/>
                  </a:cubicBezTo>
                  <a:lnTo>
                    <a:pt x="18217" y="21520"/>
                  </a:lnTo>
                  <a:cubicBezTo>
                    <a:pt x="18752" y="21829"/>
                    <a:pt x="19181" y="22567"/>
                    <a:pt x="19181" y="23187"/>
                  </a:cubicBezTo>
                  <a:lnTo>
                    <a:pt x="19181" y="43118"/>
                  </a:lnTo>
                  <a:cubicBezTo>
                    <a:pt x="19181" y="43487"/>
                    <a:pt x="19026" y="43701"/>
                    <a:pt x="18764" y="43701"/>
                  </a:cubicBezTo>
                  <a:cubicBezTo>
                    <a:pt x="18645" y="43701"/>
                    <a:pt x="18514" y="43665"/>
                    <a:pt x="18371" y="43582"/>
                  </a:cubicBezTo>
                  <a:lnTo>
                    <a:pt x="1119" y="33616"/>
                  </a:lnTo>
                  <a:cubicBezTo>
                    <a:pt x="584" y="33307"/>
                    <a:pt x="155" y="32557"/>
                    <a:pt x="155" y="31950"/>
                  </a:cubicBezTo>
                  <a:lnTo>
                    <a:pt x="155" y="12018"/>
                  </a:lnTo>
                  <a:cubicBezTo>
                    <a:pt x="155" y="11649"/>
                    <a:pt x="310" y="11423"/>
                    <a:pt x="572" y="11423"/>
                  </a:cubicBezTo>
                  <a:close/>
                  <a:moveTo>
                    <a:pt x="38112" y="11423"/>
                  </a:moveTo>
                  <a:cubicBezTo>
                    <a:pt x="38374" y="11423"/>
                    <a:pt x="38529" y="11649"/>
                    <a:pt x="38529" y="12018"/>
                  </a:cubicBezTo>
                  <a:lnTo>
                    <a:pt x="38529" y="31950"/>
                  </a:lnTo>
                  <a:cubicBezTo>
                    <a:pt x="38529" y="32557"/>
                    <a:pt x="38100" y="33307"/>
                    <a:pt x="37564" y="33616"/>
                  </a:cubicBezTo>
                  <a:lnTo>
                    <a:pt x="20300" y="43582"/>
                  </a:lnTo>
                  <a:cubicBezTo>
                    <a:pt x="20169" y="43665"/>
                    <a:pt x="20026" y="43701"/>
                    <a:pt x="19919" y="43701"/>
                  </a:cubicBezTo>
                  <a:cubicBezTo>
                    <a:pt x="19657" y="43701"/>
                    <a:pt x="19491" y="43487"/>
                    <a:pt x="19491" y="43118"/>
                  </a:cubicBezTo>
                  <a:lnTo>
                    <a:pt x="19491" y="23187"/>
                  </a:lnTo>
                  <a:cubicBezTo>
                    <a:pt x="19491" y="22567"/>
                    <a:pt x="19931" y="21829"/>
                    <a:pt x="20455" y="21520"/>
                  </a:cubicBezTo>
                  <a:lnTo>
                    <a:pt x="37719" y="11554"/>
                  </a:lnTo>
                  <a:cubicBezTo>
                    <a:pt x="37862" y="11471"/>
                    <a:pt x="37993" y="11423"/>
                    <a:pt x="38112" y="11423"/>
                  </a:cubicBezTo>
                  <a:close/>
                  <a:moveTo>
                    <a:pt x="19340" y="0"/>
                  </a:moveTo>
                  <a:cubicBezTo>
                    <a:pt x="19246" y="0"/>
                    <a:pt x="19153" y="6"/>
                    <a:pt x="19062" y="17"/>
                  </a:cubicBezTo>
                  <a:lnTo>
                    <a:pt x="19014" y="17"/>
                  </a:lnTo>
                  <a:cubicBezTo>
                    <a:pt x="18741" y="65"/>
                    <a:pt x="18467" y="160"/>
                    <a:pt x="18217" y="303"/>
                  </a:cubicBezTo>
                  <a:lnTo>
                    <a:pt x="1119" y="10161"/>
                  </a:lnTo>
                  <a:cubicBezTo>
                    <a:pt x="1012" y="10233"/>
                    <a:pt x="905" y="10304"/>
                    <a:pt x="810" y="10387"/>
                  </a:cubicBezTo>
                  <a:cubicBezTo>
                    <a:pt x="393" y="10721"/>
                    <a:pt x="119" y="11209"/>
                    <a:pt x="24" y="11745"/>
                  </a:cubicBezTo>
                  <a:cubicBezTo>
                    <a:pt x="12" y="11864"/>
                    <a:pt x="0" y="11983"/>
                    <a:pt x="0" y="12114"/>
                  </a:cubicBezTo>
                  <a:lnTo>
                    <a:pt x="0" y="31854"/>
                  </a:lnTo>
                  <a:cubicBezTo>
                    <a:pt x="0" y="32104"/>
                    <a:pt x="36" y="32354"/>
                    <a:pt x="119" y="32581"/>
                  </a:cubicBezTo>
                  <a:cubicBezTo>
                    <a:pt x="119" y="32592"/>
                    <a:pt x="131" y="32604"/>
                    <a:pt x="131" y="32616"/>
                  </a:cubicBezTo>
                  <a:cubicBezTo>
                    <a:pt x="226" y="32866"/>
                    <a:pt x="369" y="33104"/>
                    <a:pt x="524" y="33307"/>
                  </a:cubicBezTo>
                  <a:cubicBezTo>
                    <a:pt x="536" y="33319"/>
                    <a:pt x="548" y="33331"/>
                    <a:pt x="560" y="33343"/>
                  </a:cubicBezTo>
                  <a:cubicBezTo>
                    <a:pt x="714" y="33509"/>
                    <a:pt x="893" y="33664"/>
                    <a:pt x="1095" y="33783"/>
                  </a:cubicBezTo>
                  <a:lnTo>
                    <a:pt x="12633" y="40439"/>
                  </a:lnTo>
                  <a:lnTo>
                    <a:pt x="18217" y="43665"/>
                  </a:lnTo>
                  <a:cubicBezTo>
                    <a:pt x="18324" y="43737"/>
                    <a:pt x="18443" y="43784"/>
                    <a:pt x="18550" y="43832"/>
                  </a:cubicBezTo>
                  <a:cubicBezTo>
                    <a:pt x="18806" y="43927"/>
                    <a:pt x="19074" y="43975"/>
                    <a:pt x="19342" y="43975"/>
                  </a:cubicBezTo>
                  <a:cubicBezTo>
                    <a:pt x="19610" y="43975"/>
                    <a:pt x="19878" y="43927"/>
                    <a:pt x="20134" y="43832"/>
                  </a:cubicBezTo>
                  <a:cubicBezTo>
                    <a:pt x="20134" y="43832"/>
                    <a:pt x="20134" y="43832"/>
                    <a:pt x="20134" y="43820"/>
                  </a:cubicBezTo>
                  <a:cubicBezTo>
                    <a:pt x="20253" y="43784"/>
                    <a:pt x="20360" y="43737"/>
                    <a:pt x="20455" y="43677"/>
                  </a:cubicBezTo>
                  <a:lnTo>
                    <a:pt x="20467" y="43665"/>
                  </a:lnTo>
                  <a:lnTo>
                    <a:pt x="37588" y="33783"/>
                  </a:lnTo>
                  <a:cubicBezTo>
                    <a:pt x="37791" y="33664"/>
                    <a:pt x="37969" y="33509"/>
                    <a:pt x="38124" y="33331"/>
                  </a:cubicBezTo>
                  <a:lnTo>
                    <a:pt x="38148" y="33307"/>
                  </a:lnTo>
                  <a:cubicBezTo>
                    <a:pt x="38314" y="33104"/>
                    <a:pt x="38457" y="32866"/>
                    <a:pt x="38541" y="32616"/>
                  </a:cubicBezTo>
                  <a:cubicBezTo>
                    <a:pt x="38553" y="32604"/>
                    <a:pt x="38553" y="32592"/>
                    <a:pt x="38564" y="32581"/>
                  </a:cubicBezTo>
                  <a:cubicBezTo>
                    <a:pt x="38636" y="32354"/>
                    <a:pt x="38684" y="32104"/>
                    <a:pt x="38684" y="31854"/>
                  </a:cubicBezTo>
                  <a:lnTo>
                    <a:pt x="38684" y="12114"/>
                  </a:lnTo>
                  <a:cubicBezTo>
                    <a:pt x="38684" y="11983"/>
                    <a:pt x="38672" y="11864"/>
                    <a:pt x="38648" y="11745"/>
                  </a:cubicBezTo>
                  <a:cubicBezTo>
                    <a:pt x="38564" y="11209"/>
                    <a:pt x="38291" y="10733"/>
                    <a:pt x="37874" y="10387"/>
                  </a:cubicBezTo>
                  <a:cubicBezTo>
                    <a:pt x="37779" y="10304"/>
                    <a:pt x="37671" y="10233"/>
                    <a:pt x="37552" y="10161"/>
                  </a:cubicBezTo>
                  <a:lnTo>
                    <a:pt x="20467" y="303"/>
                  </a:lnTo>
                  <a:cubicBezTo>
                    <a:pt x="20217" y="160"/>
                    <a:pt x="19955" y="65"/>
                    <a:pt x="19681" y="29"/>
                  </a:cubicBezTo>
                  <a:cubicBezTo>
                    <a:pt x="19570" y="9"/>
                    <a:pt x="19455" y="0"/>
                    <a:pt x="1934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50"/>
            <p:cNvSpPr/>
            <p:nvPr/>
          </p:nvSpPr>
          <p:spPr>
            <a:xfrm>
              <a:off x="4248730" y="2234054"/>
              <a:ext cx="7580" cy="3390"/>
            </a:xfrm>
            <a:custGeom>
              <a:avLst/>
              <a:gdLst/>
              <a:ahLst/>
              <a:cxnLst/>
              <a:rect l="l" t="t" r="r" b="b"/>
              <a:pathLst>
                <a:path w="322" h="144" extrusionOk="0">
                  <a:moveTo>
                    <a:pt x="322" y="0"/>
                  </a:moveTo>
                  <a:lnTo>
                    <a:pt x="251" y="36"/>
                  </a:lnTo>
                  <a:cubicBezTo>
                    <a:pt x="192" y="69"/>
                    <a:pt x="134" y="97"/>
                    <a:pt x="75" y="118"/>
                  </a:cubicBezTo>
                  <a:lnTo>
                    <a:pt x="75" y="118"/>
                  </a:lnTo>
                  <a:cubicBezTo>
                    <a:pt x="165" y="86"/>
                    <a:pt x="247" y="47"/>
                    <a:pt x="322" y="0"/>
                  </a:cubicBezTo>
                  <a:close/>
                  <a:moveTo>
                    <a:pt x="75" y="118"/>
                  </a:moveTo>
                  <a:lnTo>
                    <a:pt x="75" y="118"/>
                  </a:lnTo>
                  <a:cubicBezTo>
                    <a:pt x="51" y="127"/>
                    <a:pt x="26" y="135"/>
                    <a:pt x="1" y="143"/>
                  </a:cubicBezTo>
                  <a:cubicBezTo>
                    <a:pt x="25" y="136"/>
                    <a:pt x="50" y="128"/>
                    <a:pt x="75" y="118"/>
                  </a:cubicBezTo>
                  <a:close/>
                </a:path>
              </a:pathLst>
            </a:custGeom>
            <a:solidFill>
              <a:srgbClr val="6D6E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50"/>
            <p:cNvSpPr/>
            <p:nvPr/>
          </p:nvSpPr>
          <p:spPr>
            <a:xfrm>
              <a:off x="4233594" y="1474797"/>
              <a:ext cx="448178" cy="759824"/>
            </a:xfrm>
            <a:custGeom>
              <a:avLst/>
              <a:gdLst/>
              <a:ahLst/>
              <a:cxnLst/>
              <a:rect l="l" t="t" r="r" b="b"/>
              <a:pathLst>
                <a:path w="19039" h="32278" extrusionOk="0">
                  <a:moveTo>
                    <a:pt x="18622" y="0"/>
                  </a:moveTo>
                  <a:cubicBezTo>
                    <a:pt x="18503" y="0"/>
                    <a:pt x="18372" y="48"/>
                    <a:pt x="18229" y="131"/>
                  </a:cubicBezTo>
                  <a:lnTo>
                    <a:pt x="965" y="10097"/>
                  </a:lnTo>
                  <a:cubicBezTo>
                    <a:pt x="441" y="10406"/>
                    <a:pt x="1" y="11144"/>
                    <a:pt x="1" y="11764"/>
                  </a:cubicBezTo>
                  <a:lnTo>
                    <a:pt x="1" y="31695"/>
                  </a:lnTo>
                  <a:cubicBezTo>
                    <a:pt x="1" y="32064"/>
                    <a:pt x="167" y="32278"/>
                    <a:pt x="429" y="32278"/>
                  </a:cubicBezTo>
                  <a:cubicBezTo>
                    <a:pt x="536" y="32278"/>
                    <a:pt x="679" y="32242"/>
                    <a:pt x="810" y="32159"/>
                  </a:cubicBezTo>
                  <a:lnTo>
                    <a:pt x="18074" y="22193"/>
                  </a:lnTo>
                  <a:cubicBezTo>
                    <a:pt x="18610" y="21884"/>
                    <a:pt x="19039" y="21134"/>
                    <a:pt x="19039" y="20527"/>
                  </a:cubicBezTo>
                  <a:lnTo>
                    <a:pt x="19039" y="595"/>
                  </a:lnTo>
                  <a:cubicBezTo>
                    <a:pt x="19039" y="226"/>
                    <a:pt x="18884" y="0"/>
                    <a:pt x="18622" y="0"/>
                  </a:cubicBezTo>
                  <a:close/>
                </a:path>
              </a:pathLst>
            </a:custGeom>
            <a:solidFill>
              <a:srgbClr val="6D6E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50"/>
            <p:cNvSpPr/>
            <p:nvPr/>
          </p:nvSpPr>
          <p:spPr>
            <a:xfrm>
              <a:off x="4203604" y="2233772"/>
              <a:ext cx="7862" cy="3931"/>
            </a:xfrm>
            <a:custGeom>
              <a:avLst/>
              <a:gdLst/>
              <a:ahLst/>
              <a:cxnLst/>
              <a:rect l="l" t="t" r="r" b="b"/>
              <a:pathLst>
                <a:path w="334" h="167" extrusionOk="0">
                  <a:moveTo>
                    <a:pt x="1" y="0"/>
                  </a:moveTo>
                  <a:cubicBezTo>
                    <a:pt x="33" y="22"/>
                    <a:pt x="66" y="41"/>
                    <a:pt x="99" y="59"/>
                  </a:cubicBezTo>
                  <a:lnTo>
                    <a:pt x="99" y="59"/>
                  </a:lnTo>
                  <a:cubicBezTo>
                    <a:pt x="94" y="55"/>
                    <a:pt x="89" y="52"/>
                    <a:pt x="84" y="48"/>
                  </a:cubicBezTo>
                  <a:lnTo>
                    <a:pt x="1" y="0"/>
                  </a:lnTo>
                  <a:close/>
                  <a:moveTo>
                    <a:pt x="99" y="59"/>
                  </a:moveTo>
                  <a:lnTo>
                    <a:pt x="99" y="59"/>
                  </a:lnTo>
                  <a:cubicBezTo>
                    <a:pt x="178" y="112"/>
                    <a:pt x="256" y="145"/>
                    <a:pt x="334" y="167"/>
                  </a:cubicBezTo>
                  <a:cubicBezTo>
                    <a:pt x="259" y="134"/>
                    <a:pt x="178" y="100"/>
                    <a:pt x="99" y="59"/>
                  </a:cubicBezTo>
                  <a:close/>
                </a:path>
              </a:pathLst>
            </a:custGeom>
            <a:solidFill>
              <a:srgbClr val="6D6E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50"/>
            <p:cNvSpPr/>
            <p:nvPr/>
          </p:nvSpPr>
          <p:spPr>
            <a:xfrm>
              <a:off x="3792737" y="1209643"/>
              <a:ext cx="874746" cy="501732"/>
            </a:xfrm>
            <a:custGeom>
              <a:avLst/>
              <a:gdLst/>
              <a:ahLst/>
              <a:cxnLst/>
              <a:rect l="l" t="t" r="r" b="b"/>
              <a:pathLst>
                <a:path w="37160" h="21314" extrusionOk="0">
                  <a:moveTo>
                    <a:pt x="18574" y="1"/>
                  </a:moveTo>
                  <a:cubicBezTo>
                    <a:pt x="18205" y="1"/>
                    <a:pt x="17871" y="72"/>
                    <a:pt x="17609" y="227"/>
                  </a:cubicBezTo>
                  <a:lnTo>
                    <a:pt x="357" y="10193"/>
                  </a:lnTo>
                  <a:cubicBezTo>
                    <a:pt x="119" y="10324"/>
                    <a:pt x="0" y="10490"/>
                    <a:pt x="0" y="10657"/>
                  </a:cubicBezTo>
                  <a:cubicBezTo>
                    <a:pt x="0" y="10824"/>
                    <a:pt x="119" y="10990"/>
                    <a:pt x="357" y="11121"/>
                  </a:cubicBezTo>
                  <a:lnTo>
                    <a:pt x="17609" y="21087"/>
                  </a:lnTo>
                  <a:cubicBezTo>
                    <a:pt x="17871" y="21230"/>
                    <a:pt x="18205" y="21313"/>
                    <a:pt x="18574" y="21313"/>
                  </a:cubicBezTo>
                  <a:cubicBezTo>
                    <a:pt x="18943" y="21313"/>
                    <a:pt x="19288" y="21230"/>
                    <a:pt x="19538" y="21087"/>
                  </a:cubicBezTo>
                  <a:lnTo>
                    <a:pt x="36802" y="11121"/>
                  </a:lnTo>
                  <a:cubicBezTo>
                    <a:pt x="37029" y="10990"/>
                    <a:pt x="37160" y="10824"/>
                    <a:pt x="37160" y="10657"/>
                  </a:cubicBezTo>
                  <a:cubicBezTo>
                    <a:pt x="37160" y="10490"/>
                    <a:pt x="37029" y="10324"/>
                    <a:pt x="36802" y="10193"/>
                  </a:cubicBezTo>
                  <a:lnTo>
                    <a:pt x="19538" y="227"/>
                  </a:lnTo>
                  <a:cubicBezTo>
                    <a:pt x="19288" y="72"/>
                    <a:pt x="18943" y="1"/>
                    <a:pt x="18574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50"/>
            <p:cNvSpPr/>
            <p:nvPr/>
          </p:nvSpPr>
          <p:spPr>
            <a:xfrm>
              <a:off x="4233594" y="1474797"/>
              <a:ext cx="448178" cy="759824"/>
            </a:xfrm>
            <a:custGeom>
              <a:avLst/>
              <a:gdLst/>
              <a:ahLst/>
              <a:cxnLst/>
              <a:rect l="l" t="t" r="r" b="b"/>
              <a:pathLst>
                <a:path w="19039" h="32278" extrusionOk="0">
                  <a:moveTo>
                    <a:pt x="18622" y="0"/>
                  </a:moveTo>
                  <a:cubicBezTo>
                    <a:pt x="18503" y="0"/>
                    <a:pt x="18372" y="48"/>
                    <a:pt x="18229" y="131"/>
                  </a:cubicBezTo>
                  <a:lnTo>
                    <a:pt x="965" y="10097"/>
                  </a:lnTo>
                  <a:cubicBezTo>
                    <a:pt x="441" y="10406"/>
                    <a:pt x="1" y="11144"/>
                    <a:pt x="1" y="11764"/>
                  </a:cubicBezTo>
                  <a:lnTo>
                    <a:pt x="1" y="31695"/>
                  </a:lnTo>
                  <a:cubicBezTo>
                    <a:pt x="1" y="32064"/>
                    <a:pt x="167" y="32278"/>
                    <a:pt x="429" y="32278"/>
                  </a:cubicBezTo>
                  <a:cubicBezTo>
                    <a:pt x="536" y="32278"/>
                    <a:pt x="679" y="32242"/>
                    <a:pt x="810" y="32159"/>
                  </a:cubicBezTo>
                  <a:lnTo>
                    <a:pt x="18074" y="22193"/>
                  </a:lnTo>
                  <a:cubicBezTo>
                    <a:pt x="18610" y="21884"/>
                    <a:pt x="19039" y="21134"/>
                    <a:pt x="19039" y="20527"/>
                  </a:cubicBezTo>
                  <a:lnTo>
                    <a:pt x="19039" y="595"/>
                  </a:lnTo>
                  <a:cubicBezTo>
                    <a:pt x="19039" y="226"/>
                    <a:pt x="18884" y="0"/>
                    <a:pt x="18622" y="0"/>
                  </a:cubicBezTo>
                  <a:close/>
                </a:path>
              </a:pathLst>
            </a:custGeom>
            <a:solidFill>
              <a:srgbClr val="DB6E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50"/>
            <p:cNvSpPr/>
            <p:nvPr/>
          </p:nvSpPr>
          <p:spPr>
            <a:xfrm>
              <a:off x="4439592" y="1816950"/>
              <a:ext cx="82979" cy="107178"/>
            </a:xfrm>
            <a:custGeom>
              <a:avLst/>
              <a:gdLst/>
              <a:ahLst/>
              <a:cxnLst/>
              <a:rect l="l" t="t" r="r" b="b"/>
              <a:pathLst>
                <a:path w="3525" h="4553" extrusionOk="0">
                  <a:moveTo>
                    <a:pt x="2552" y="1"/>
                  </a:moveTo>
                  <a:cubicBezTo>
                    <a:pt x="2315" y="1"/>
                    <a:pt x="2047" y="78"/>
                    <a:pt x="1763" y="241"/>
                  </a:cubicBezTo>
                  <a:cubicBezTo>
                    <a:pt x="787" y="800"/>
                    <a:pt x="1" y="2170"/>
                    <a:pt x="1" y="3289"/>
                  </a:cubicBezTo>
                  <a:cubicBezTo>
                    <a:pt x="1" y="4091"/>
                    <a:pt x="396" y="4552"/>
                    <a:pt x="975" y="4552"/>
                  </a:cubicBezTo>
                  <a:cubicBezTo>
                    <a:pt x="1212" y="4552"/>
                    <a:pt x="1479" y="4475"/>
                    <a:pt x="1763" y="4313"/>
                  </a:cubicBezTo>
                  <a:cubicBezTo>
                    <a:pt x="2739" y="3753"/>
                    <a:pt x="3525" y="2384"/>
                    <a:pt x="3525" y="1253"/>
                  </a:cubicBezTo>
                  <a:cubicBezTo>
                    <a:pt x="3525" y="459"/>
                    <a:pt x="3130" y="1"/>
                    <a:pt x="25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50"/>
            <p:cNvSpPr/>
            <p:nvPr/>
          </p:nvSpPr>
          <p:spPr>
            <a:xfrm>
              <a:off x="3778425" y="1474797"/>
              <a:ext cx="447896" cy="759824"/>
            </a:xfrm>
            <a:custGeom>
              <a:avLst/>
              <a:gdLst/>
              <a:ahLst/>
              <a:cxnLst/>
              <a:rect l="l" t="t" r="r" b="b"/>
              <a:pathLst>
                <a:path w="19027" h="32278" extrusionOk="0">
                  <a:moveTo>
                    <a:pt x="418" y="0"/>
                  </a:moveTo>
                  <a:cubicBezTo>
                    <a:pt x="156" y="0"/>
                    <a:pt x="1" y="226"/>
                    <a:pt x="1" y="595"/>
                  </a:cubicBezTo>
                  <a:lnTo>
                    <a:pt x="1" y="20527"/>
                  </a:lnTo>
                  <a:cubicBezTo>
                    <a:pt x="1" y="21134"/>
                    <a:pt x="430" y="21884"/>
                    <a:pt x="965" y="22193"/>
                  </a:cubicBezTo>
                  <a:lnTo>
                    <a:pt x="18217" y="32159"/>
                  </a:lnTo>
                  <a:cubicBezTo>
                    <a:pt x="18360" y="32242"/>
                    <a:pt x="18491" y="32278"/>
                    <a:pt x="18610" y="32278"/>
                  </a:cubicBezTo>
                  <a:cubicBezTo>
                    <a:pt x="18872" y="32278"/>
                    <a:pt x="19027" y="32064"/>
                    <a:pt x="19027" y="31695"/>
                  </a:cubicBezTo>
                  <a:lnTo>
                    <a:pt x="19027" y="11764"/>
                  </a:lnTo>
                  <a:cubicBezTo>
                    <a:pt x="19027" y="11144"/>
                    <a:pt x="18598" y="10406"/>
                    <a:pt x="18063" y="10097"/>
                  </a:cubicBezTo>
                  <a:lnTo>
                    <a:pt x="811" y="131"/>
                  </a:lnTo>
                  <a:cubicBezTo>
                    <a:pt x="668" y="48"/>
                    <a:pt x="537" y="0"/>
                    <a:pt x="418" y="0"/>
                  </a:cubicBezTo>
                  <a:close/>
                </a:path>
              </a:pathLst>
            </a:custGeom>
            <a:solidFill>
              <a:srgbClr val="9A044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50"/>
            <p:cNvSpPr/>
            <p:nvPr/>
          </p:nvSpPr>
          <p:spPr>
            <a:xfrm>
              <a:off x="4163541" y="1423715"/>
              <a:ext cx="140157" cy="73586"/>
            </a:xfrm>
            <a:custGeom>
              <a:avLst/>
              <a:gdLst/>
              <a:ahLst/>
              <a:cxnLst/>
              <a:rect l="l" t="t" r="r" b="b"/>
              <a:pathLst>
                <a:path w="5954" h="3126" extrusionOk="0">
                  <a:moveTo>
                    <a:pt x="2977" y="0"/>
                  </a:moveTo>
                  <a:cubicBezTo>
                    <a:pt x="2284" y="0"/>
                    <a:pt x="1590" y="152"/>
                    <a:pt x="1060" y="456"/>
                  </a:cubicBezTo>
                  <a:cubicBezTo>
                    <a:pt x="1" y="1063"/>
                    <a:pt x="1" y="2063"/>
                    <a:pt x="1060" y="2670"/>
                  </a:cubicBezTo>
                  <a:cubicBezTo>
                    <a:pt x="1590" y="2974"/>
                    <a:pt x="2284" y="3126"/>
                    <a:pt x="2977" y="3126"/>
                  </a:cubicBezTo>
                  <a:cubicBezTo>
                    <a:pt x="3671" y="3126"/>
                    <a:pt x="4364" y="2974"/>
                    <a:pt x="4894" y="2670"/>
                  </a:cubicBezTo>
                  <a:cubicBezTo>
                    <a:pt x="5954" y="2063"/>
                    <a:pt x="5954" y="1063"/>
                    <a:pt x="4894" y="456"/>
                  </a:cubicBezTo>
                  <a:cubicBezTo>
                    <a:pt x="4364" y="152"/>
                    <a:pt x="3671" y="0"/>
                    <a:pt x="29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50"/>
            <p:cNvSpPr/>
            <p:nvPr/>
          </p:nvSpPr>
          <p:spPr>
            <a:xfrm rot="10800000" flipH="1">
              <a:off x="3947392" y="1816950"/>
              <a:ext cx="82979" cy="107178"/>
            </a:xfrm>
            <a:custGeom>
              <a:avLst/>
              <a:gdLst/>
              <a:ahLst/>
              <a:cxnLst/>
              <a:rect l="l" t="t" r="r" b="b"/>
              <a:pathLst>
                <a:path w="3525" h="4553" extrusionOk="0">
                  <a:moveTo>
                    <a:pt x="2552" y="1"/>
                  </a:moveTo>
                  <a:cubicBezTo>
                    <a:pt x="2315" y="1"/>
                    <a:pt x="2047" y="78"/>
                    <a:pt x="1763" y="241"/>
                  </a:cubicBezTo>
                  <a:cubicBezTo>
                    <a:pt x="787" y="800"/>
                    <a:pt x="1" y="2170"/>
                    <a:pt x="1" y="3289"/>
                  </a:cubicBezTo>
                  <a:cubicBezTo>
                    <a:pt x="1" y="4091"/>
                    <a:pt x="396" y="4552"/>
                    <a:pt x="975" y="4552"/>
                  </a:cubicBezTo>
                  <a:cubicBezTo>
                    <a:pt x="1212" y="4552"/>
                    <a:pt x="1479" y="4475"/>
                    <a:pt x="1763" y="4313"/>
                  </a:cubicBezTo>
                  <a:cubicBezTo>
                    <a:pt x="2739" y="3753"/>
                    <a:pt x="3525" y="2384"/>
                    <a:pt x="3525" y="1253"/>
                  </a:cubicBezTo>
                  <a:cubicBezTo>
                    <a:pt x="3525" y="459"/>
                    <a:pt x="3130" y="1"/>
                    <a:pt x="25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7" name="Google Shape;1997;p50"/>
          <p:cNvGrpSpPr/>
          <p:nvPr/>
        </p:nvGrpSpPr>
        <p:grpSpPr>
          <a:xfrm>
            <a:off x="6763412" y="1872678"/>
            <a:ext cx="1147595" cy="1304153"/>
            <a:chOff x="4458545" y="1994512"/>
            <a:chExt cx="910645" cy="1034960"/>
          </a:xfrm>
        </p:grpSpPr>
        <p:sp>
          <p:nvSpPr>
            <p:cNvPr id="1998" name="Google Shape;1998;p50"/>
            <p:cNvSpPr/>
            <p:nvPr/>
          </p:nvSpPr>
          <p:spPr>
            <a:xfrm>
              <a:off x="4476482" y="1998066"/>
              <a:ext cx="874770" cy="501990"/>
            </a:xfrm>
            <a:custGeom>
              <a:avLst/>
              <a:gdLst/>
              <a:ahLst/>
              <a:cxnLst/>
              <a:rect l="l" t="t" r="r" b="b"/>
              <a:pathLst>
                <a:path w="37161" h="21325" extrusionOk="0">
                  <a:moveTo>
                    <a:pt x="18587" y="0"/>
                  </a:moveTo>
                  <a:cubicBezTo>
                    <a:pt x="18217" y="0"/>
                    <a:pt x="17872" y="83"/>
                    <a:pt x="17622" y="226"/>
                  </a:cubicBezTo>
                  <a:lnTo>
                    <a:pt x="358" y="10192"/>
                  </a:lnTo>
                  <a:cubicBezTo>
                    <a:pt x="132" y="10323"/>
                    <a:pt x="1" y="10489"/>
                    <a:pt x="1" y="10668"/>
                  </a:cubicBezTo>
                  <a:cubicBezTo>
                    <a:pt x="1" y="10835"/>
                    <a:pt x="132" y="11001"/>
                    <a:pt x="358" y="11132"/>
                  </a:cubicBezTo>
                  <a:lnTo>
                    <a:pt x="17622" y="21098"/>
                  </a:lnTo>
                  <a:cubicBezTo>
                    <a:pt x="17872" y="21241"/>
                    <a:pt x="18217" y="21324"/>
                    <a:pt x="18587" y="21324"/>
                  </a:cubicBezTo>
                  <a:cubicBezTo>
                    <a:pt x="18956" y="21324"/>
                    <a:pt x="19289" y="21241"/>
                    <a:pt x="19551" y="21098"/>
                  </a:cubicBezTo>
                  <a:lnTo>
                    <a:pt x="36815" y="11132"/>
                  </a:lnTo>
                  <a:cubicBezTo>
                    <a:pt x="37041" y="11001"/>
                    <a:pt x="37160" y="10835"/>
                    <a:pt x="37160" y="10668"/>
                  </a:cubicBezTo>
                  <a:cubicBezTo>
                    <a:pt x="37160" y="10489"/>
                    <a:pt x="37041" y="10323"/>
                    <a:pt x="36815" y="10192"/>
                  </a:cubicBezTo>
                  <a:lnTo>
                    <a:pt x="19551" y="226"/>
                  </a:lnTo>
                  <a:cubicBezTo>
                    <a:pt x="19289" y="83"/>
                    <a:pt x="18956" y="0"/>
                    <a:pt x="185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50"/>
            <p:cNvSpPr/>
            <p:nvPr/>
          </p:nvSpPr>
          <p:spPr>
            <a:xfrm>
              <a:off x="4917645" y="2263479"/>
              <a:ext cx="447896" cy="759848"/>
            </a:xfrm>
            <a:custGeom>
              <a:avLst/>
              <a:gdLst/>
              <a:ahLst/>
              <a:cxnLst/>
              <a:rect l="l" t="t" r="r" b="b"/>
              <a:pathLst>
                <a:path w="19027" h="32279" extrusionOk="0">
                  <a:moveTo>
                    <a:pt x="18610" y="0"/>
                  </a:moveTo>
                  <a:cubicBezTo>
                    <a:pt x="18491" y="0"/>
                    <a:pt x="18360" y="48"/>
                    <a:pt x="18229" y="119"/>
                  </a:cubicBezTo>
                  <a:lnTo>
                    <a:pt x="965" y="10085"/>
                  </a:lnTo>
                  <a:cubicBezTo>
                    <a:pt x="429" y="10394"/>
                    <a:pt x="0" y="11145"/>
                    <a:pt x="0" y="11764"/>
                  </a:cubicBezTo>
                  <a:lnTo>
                    <a:pt x="0" y="31695"/>
                  </a:lnTo>
                  <a:cubicBezTo>
                    <a:pt x="0" y="32052"/>
                    <a:pt x="155" y="32278"/>
                    <a:pt x="417" y="32278"/>
                  </a:cubicBezTo>
                  <a:cubicBezTo>
                    <a:pt x="536" y="32278"/>
                    <a:pt x="667" y="32230"/>
                    <a:pt x="810" y="32159"/>
                  </a:cubicBezTo>
                  <a:lnTo>
                    <a:pt x="18074" y="22193"/>
                  </a:lnTo>
                  <a:cubicBezTo>
                    <a:pt x="18598" y="21884"/>
                    <a:pt x="19026" y="21134"/>
                    <a:pt x="19026" y="20527"/>
                  </a:cubicBezTo>
                  <a:lnTo>
                    <a:pt x="19026" y="596"/>
                  </a:lnTo>
                  <a:cubicBezTo>
                    <a:pt x="19026" y="227"/>
                    <a:pt x="18872" y="0"/>
                    <a:pt x="186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50"/>
            <p:cNvSpPr/>
            <p:nvPr/>
          </p:nvSpPr>
          <p:spPr>
            <a:xfrm>
              <a:off x="4476482" y="1998066"/>
              <a:ext cx="874770" cy="501990"/>
            </a:xfrm>
            <a:custGeom>
              <a:avLst/>
              <a:gdLst/>
              <a:ahLst/>
              <a:cxnLst/>
              <a:rect l="l" t="t" r="r" b="b"/>
              <a:pathLst>
                <a:path w="37161" h="21325" extrusionOk="0">
                  <a:moveTo>
                    <a:pt x="18587" y="0"/>
                  </a:moveTo>
                  <a:cubicBezTo>
                    <a:pt x="18217" y="0"/>
                    <a:pt x="17872" y="83"/>
                    <a:pt x="17622" y="226"/>
                  </a:cubicBezTo>
                  <a:lnTo>
                    <a:pt x="358" y="10192"/>
                  </a:lnTo>
                  <a:cubicBezTo>
                    <a:pt x="132" y="10323"/>
                    <a:pt x="1" y="10489"/>
                    <a:pt x="1" y="10668"/>
                  </a:cubicBezTo>
                  <a:cubicBezTo>
                    <a:pt x="1" y="10835"/>
                    <a:pt x="132" y="11001"/>
                    <a:pt x="358" y="11132"/>
                  </a:cubicBezTo>
                  <a:lnTo>
                    <a:pt x="17622" y="21098"/>
                  </a:lnTo>
                  <a:cubicBezTo>
                    <a:pt x="17872" y="21241"/>
                    <a:pt x="18217" y="21324"/>
                    <a:pt x="18587" y="21324"/>
                  </a:cubicBezTo>
                  <a:cubicBezTo>
                    <a:pt x="18956" y="21324"/>
                    <a:pt x="19289" y="21241"/>
                    <a:pt x="19551" y="21098"/>
                  </a:cubicBezTo>
                  <a:lnTo>
                    <a:pt x="36815" y="11132"/>
                  </a:lnTo>
                  <a:cubicBezTo>
                    <a:pt x="37041" y="11001"/>
                    <a:pt x="37160" y="10835"/>
                    <a:pt x="37160" y="10668"/>
                  </a:cubicBezTo>
                  <a:cubicBezTo>
                    <a:pt x="37160" y="10489"/>
                    <a:pt x="37041" y="10323"/>
                    <a:pt x="36815" y="10192"/>
                  </a:cubicBezTo>
                  <a:lnTo>
                    <a:pt x="19551" y="226"/>
                  </a:lnTo>
                  <a:cubicBezTo>
                    <a:pt x="19289" y="83"/>
                    <a:pt x="18956" y="0"/>
                    <a:pt x="18587" y="0"/>
                  </a:cubicBezTo>
                  <a:close/>
                </a:path>
              </a:pathLst>
            </a:custGeom>
            <a:solidFill>
              <a:srgbClr val="6D6E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50"/>
            <p:cNvSpPr/>
            <p:nvPr/>
          </p:nvSpPr>
          <p:spPr>
            <a:xfrm>
              <a:off x="4458545" y="1994512"/>
              <a:ext cx="910645" cy="1034960"/>
            </a:xfrm>
            <a:custGeom>
              <a:avLst/>
              <a:gdLst/>
              <a:ahLst/>
              <a:cxnLst/>
              <a:rect l="l" t="t" r="r" b="b"/>
              <a:pathLst>
                <a:path w="38685" h="43966" extrusionOk="0">
                  <a:moveTo>
                    <a:pt x="19349" y="151"/>
                  </a:moveTo>
                  <a:cubicBezTo>
                    <a:pt x="19718" y="151"/>
                    <a:pt x="20051" y="234"/>
                    <a:pt x="20313" y="377"/>
                  </a:cubicBezTo>
                  <a:lnTo>
                    <a:pt x="37577" y="10343"/>
                  </a:lnTo>
                  <a:cubicBezTo>
                    <a:pt x="37803" y="10474"/>
                    <a:pt x="37922" y="10640"/>
                    <a:pt x="37922" y="10819"/>
                  </a:cubicBezTo>
                  <a:cubicBezTo>
                    <a:pt x="37922" y="10986"/>
                    <a:pt x="37803" y="11152"/>
                    <a:pt x="37577" y="11283"/>
                  </a:cubicBezTo>
                  <a:lnTo>
                    <a:pt x="20313" y="21249"/>
                  </a:lnTo>
                  <a:cubicBezTo>
                    <a:pt x="20051" y="21392"/>
                    <a:pt x="19718" y="21475"/>
                    <a:pt x="19349" y="21475"/>
                  </a:cubicBezTo>
                  <a:cubicBezTo>
                    <a:pt x="18979" y="21475"/>
                    <a:pt x="18634" y="21392"/>
                    <a:pt x="18384" y="21249"/>
                  </a:cubicBezTo>
                  <a:lnTo>
                    <a:pt x="1120" y="11283"/>
                  </a:lnTo>
                  <a:cubicBezTo>
                    <a:pt x="894" y="11152"/>
                    <a:pt x="763" y="10986"/>
                    <a:pt x="763" y="10819"/>
                  </a:cubicBezTo>
                  <a:cubicBezTo>
                    <a:pt x="763" y="10640"/>
                    <a:pt x="894" y="10474"/>
                    <a:pt x="1120" y="10343"/>
                  </a:cubicBezTo>
                  <a:lnTo>
                    <a:pt x="18384" y="377"/>
                  </a:lnTo>
                  <a:cubicBezTo>
                    <a:pt x="18634" y="234"/>
                    <a:pt x="18979" y="151"/>
                    <a:pt x="19349" y="151"/>
                  </a:cubicBezTo>
                  <a:close/>
                  <a:moveTo>
                    <a:pt x="584" y="11426"/>
                  </a:moveTo>
                  <a:cubicBezTo>
                    <a:pt x="691" y="11426"/>
                    <a:pt x="834" y="11474"/>
                    <a:pt x="965" y="11545"/>
                  </a:cubicBezTo>
                  <a:lnTo>
                    <a:pt x="18229" y="21511"/>
                  </a:lnTo>
                  <a:cubicBezTo>
                    <a:pt x="18765" y="21820"/>
                    <a:pt x="19194" y="22571"/>
                    <a:pt x="19194" y="23190"/>
                  </a:cubicBezTo>
                  <a:lnTo>
                    <a:pt x="19194" y="43121"/>
                  </a:lnTo>
                  <a:cubicBezTo>
                    <a:pt x="19194" y="43478"/>
                    <a:pt x="19039" y="43704"/>
                    <a:pt x="18765" y="43704"/>
                  </a:cubicBezTo>
                  <a:cubicBezTo>
                    <a:pt x="18658" y="43704"/>
                    <a:pt x="18515" y="43656"/>
                    <a:pt x="18384" y="43585"/>
                  </a:cubicBezTo>
                  <a:lnTo>
                    <a:pt x="1120" y="33619"/>
                  </a:lnTo>
                  <a:cubicBezTo>
                    <a:pt x="596" y="33310"/>
                    <a:pt x="156" y="32560"/>
                    <a:pt x="156" y="31953"/>
                  </a:cubicBezTo>
                  <a:lnTo>
                    <a:pt x="156" y="12022"/>
                  </a:lnTo>
                  <a:cubicBezTo>
                    <a:pt x="156" y="11653"/>
                    <a:pt x="310" y="11426"/>
                    <a:pt x="584" y="11426"/>
                  </a:cubicBezTo>
                  <a:close/>
                  <a:moveTo>
                    <a:pt x="38113" y="11426"/>
                  </a:moveTo>
                  <a:cubicBezTo>
                    <a:pt x="38375" y="11426"/>
                    <a:pt x="38529" y="11653"/>
                    <a:pt x="38529" y="12022"/>
                  </a:cubicBezTo>
                  <a:lnTo>
                    <a:pt x="38529" y="31953"/>
                  </a:lnTo>
                  <a:cubicBezTo>
                    <a:pt x="38529" y="32560"/>
                    <a:pt x="38101" y="33310"/>
                    <a:pt x="37577" y="33619"/>
                  </a:cubicBezTo>
                  <a:lnTo>
                    <a:pt x="20313" y="43585"/>
                  </a:lnTo>
                  <a:cubicBezTo>
                    <a:pt x="20170" y="43656"/>
                    <a:pt x="20039" y="43704"/>
                    <a:pt x="19920" y="43704"/>
                  </a:cubicBezTo>
                  <a:cubicBezTo>
                    <a:pt x="19658" y="43704"/>
                    <a:pt x="19503" y="43478"/>
                    <a:pt x="19503" y="43121"/>
                  </a:cubicBezTo>
                  <a:lnTo>
                    <a:pt x="19503" y="23190"/>
                  </a:lnTo>
                  <a:cubicBezTo>
                    <a:pt x="19503" y="22571"/>
                    <a:pt x="19932" y="21820"/>
                    <a:pt x="20468" y="21511"/>
                  </a:cubicBezTo>
                  <a:lnTo>
                    <a:pt x="37732" y="11545"/>
                  </a:lnTo>
                  <a:cubicBezTo>
                    <a:pt x="37863" y="11474"/>
                    <a:pt x="37994" y="11426"/>
                    <a:pt x="38113" y="11426"/>
                  </a:cubicBezTo>
                  <a:close/>
                  <a:moveTo>
                    <a:pt x="19319" y="0"/>
                  </a:moveTo>
                  <a:cubicBezTo>
                    <a:pt x="19232" y="0"/>
                    <a:pt x="19147" y="3"/>
                    <a:pt x="19063" y="8"/>
                  </a:cubicBezTo>
                  <a:cubicBezTo>
                    <a:pt x="19051" y="20"/>
                    <a:pt x="19039" y="20"/>
                    <a:pt x="19015" y="20"/>
                  </a:cubicBezTo>
                  <a:cubicBezTo>
                    <a:pt x="18741" y="56"/>
                    <a:pt x="18467" y="151"/>
                    <a:pt x="18217" y="294"/>
                  </a:cubicBezTo>
                  <a:lnTo>
                    <a:pt x="1132" y="10164"/>
                  </a:lnTo>
                  <a:cubicBezTo>
                    <a:pt x="1013" y="10224"/>
                    <a:pt x="918" y="10295"/>
                    <a:pt x="822" y="10379"/>
                  </a:cubicBezTo>
                  <a:cubicBezTo>
                    <a:pt x="406" y="10724"/>
                    <a:pt x="120" y="11200"/>
                    <a:pt x="37" y="11736"/>
                  </a:cubicBezTo>
                  <a:cubicBezTo>
                    <a:pt x="13" y="11855"/>
                    <a:pt x="1" y="11986"/>
                    <a:pt x="1" y="12117"/>
                  </a:cubicBezTo>
                  <a:lnTo>
                    <a:pt x="1" y="31857"/>
                  </a:lnTo>
                  <a:cubicBezTo>
                    <a:pt x="1" y="32107"/>
                    <a:pt x="48" y="32346"/>
                    <a:pt x="120" y="32584"/>
                  </a:cubicBezTo>
                  <a:cubicBezTo>
                    <a:pt x="132" y="32596"/>
                    <a:pt x="132" y="32607"/>
                    <a:pt x="144" y="32619"/>
                  </a:cubicBezTo>
                  <a:cubicBezTo>
                    <a:pt x="239" y="32869"/>
                    <a:pt x="370" y="33108"/>
                    <a:pt x="537" y="33310"/>
                  </a:cubicBezTo>
                  <a:cubicBezTo>
                    <a:pt x="549" y="33322"/>
                    <a:pt x="560" y="33334"/>
                    <a:pt x="560" y="33334"/>
                  </a:cubicBezTo>
                  <a:cubicBezTo>
                    <a:pt x="715" y="33512"/>
                    <a:pt x="894" y="33667"/>
                    <a:pt x="1096" y="33786"/>
                  </a:cubicBezTo>
                  <a:lnTo>
                    <a:pt x="12633" y="40442"/>
                  </a:lnTo>
                  <a:lnTo>
                    <a:pt x="18217" y="43668"/>
                  </a:lnTo>
                  <a:cubicBezTo>
                    <a:pt x="18336" y="43728"/>
                    <a:pt x="18444" y="43787"/>
                    <a:pt x="18563" y="43823"/>
                  </a:cubicBezTo>
                  <a:cubicBezTo>
                    <a:pt x="18819" y="43918"/>
                    <a:pt x="19087" y="43966"/>
                    <a:pt x="19353" y="43966"/>
                  </a:cubicBezTo>
                  <a:cubicBezTo>
                    <a:pt x="19619" y="43966"/>
                    <a:pt x="19884" y="43918"/>
                    <a:pt x="20134" y="43823"/>
                  </a:cubicBezTo>
                  <a:lnTo>
                    <a:pt x="20146" y="43823"/>
                  </a:lnTo>
                  <a:cubicBezTo>
                    <a:pt x="20253" y="43776"/>
                    <a:pt x="20361" y="43728"/>
                    <a:pt x="20468" y="43668"/>
                  </a:cubicBezTo>
                  <a:lnTo>
                    <a:pt x="37589" y="33786"/>
                  </a:lnTo>
                  <a:cubicBezTo>
                    <a:pt x="37803" y="33655"/>
                    <a:pt x="37982" y="33512"/>
                    <a:pt x="38137" y="33334"/>
                  </a:cubicBezTo>
                  <a:lnTo>
                    <a:pt x="38160" y="33310"/>
                  </a:lnTo>
                  <a:cubicBezTo>
                    <a:pt x="38327" y="33108"/>
                    <a:pt x="38458" y="32869"/>
                    <a:pt x="38553" y="32619"/>
                  </a:cubicBezTo>
                  <a:cubicBezTo>
                    <a:pt x="38565" y="32607"/>
                    <a:pt x="38565" y="32596"/>
                    <a:pt x="38565" y="32584"/>
                  </a:cubicBezTo>
                  <a:cubicBezTo>
                    <a:pt x="38649" y="32346"/>
                    <a:pt x="38684" y="32107"/>
                    <a:pt x="38684" y="31857"/>
                  </a:cubicBezTo>
                  <a:lnTo>
                    <a:pt x="38684" y="12117"/>
                  </a:lnTo>
                  <a:cubicBezTo>
                    <a:pt x="38684" y="11986"/>
                    <a:pt x="38684" y="11855"/>
                    <a:pt x="38660" y="11736"/>
                  </a:cubicBezTo>
                  <a:cubicBezTo>
                    <a:pt x="38565" y="11212"/>
                    <a:pt x="38291" y="10736"/>
                    <a:pt x="37887" y="10390"/>
                  </a:cubicBezTo>
                  <a:cubicBezTo>
                    <a:pt x="37791" y="10307"/>
                    <a:pt x="37684" y="10236"/>
                    <a:pt x="37565" y="10164"/>
                  </a:cubicBezTo>
                  <a:lnTo>
                    <a:pt x="20468" y="294"/>
                  </a:lnTo>
                  <a:cubicBezTo>
                    <a:pt x="20230" y="151"/>
                    <a:pt x="19956" y="68"/>
                    <a:pt x="19682" y="20"/>
                  </a:cubicBezTo>
                  <a:cubicBezTo>
                    <a:pt x="19563" y="6"/>
                    <a:pt x="19441" y="0"/>
                    <a:pt x="1931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50"/>
            <p:cNvSpPr/>
            <p:nvPr/>
          </p:nvSpPr>
          <p:spPr>
            <a:xfrm>
              <a:off x="4917645" y="2263479"/>
              <a:ext cx="447896" cy="759848"/>
            </a:xfrm>
            <a:custGeom>
              <a:avLst/>
              <a:gdLst/>
              <a:ahLst/>
              <a:cxnLst/>
              <a:rect l="l" t="t" r="r" b="b"/>
              <a:pathLst>
                <a:path w="19027" h="32279" extrusionOk="0">
                  <a:moveTo>
                    <a:pt x="18610" y="0"/>
                  </a:moveTo>
                  <a:cubicBezTo>
                    <a:pt x="18491" y="0"/>
                    <a:pt x="18360" y="48"/>
                    <a:pt x="18229" y="119"/>
                  </a:cubicBezTo>
                  <a:lnTo>
                    <a:pt x="965" y="10085"/>
                  </a:lnTo>
                  <a:cubicBezTo>
                    <a:pt x="429" y="10394"/>
                    <a:pt x="0" y="11145"/>
                    <a:pt x="0" y="11764"/>
                  </a:cubicBezTo>
                  <a:lnTo>
                    <a:pt x="0" y="31695"/>
                  </a:lnTo>
                  <a:cubicBezTo>
                    <a:pt x="0" y="32052"/>
                    <a:pt x="155" y="32278"/>
                    <a:pt x="417" y="32278"/>
                  </a:cubicBezTo>
                  <a:cubicBezTo>
                    <a:pt x="536" y="32278"/>
                    <a:pt x="667" y="32230"/>
                    <a:pt x="810" y="32159"/>
                  </a:cubicBezTo>
                  <a:lnTo>
                    <a:pt x="18074" y="22193"/>
                  </a:lnTo>
                  <a:cubicBezTo>
                    <a:pt x="18598" y="21884"/>
                    <a:pt x="19026" y="21134"/>
                    <a:pt x="19026" y="20527"/>
                  </a:cubicBezTo>
                  <a:lnTo>
                    <a:pt x="19026" y="596"/>
                  </a:lnTo>
                  <a:cubicBezTo>
                    <a:pt x="19026" y="227"/>
                    <a:pt x="18872" y="0"/>
                    <a:pt x="18610" y="0"/>
                  </a:cubicBezTo>
                  <a:close/>
                </a:path>
              </a:pathLst>
            </a:custGeom>
            <a:solidFill>
              <a:srgbClr val="FDAB70"/>
            </a:solidFill>
            <a:ln w="9525" cap="flat" cmpd="sng">
              <a:solidFill>
                <a:srgbClr val="FDAB7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50"/>
            <p:cNvSpPr/>
            <p:nvPr/>
          </p:nvSpPr>
          <p:spPr>
            <a:xfrm>
              <a:off x="4476482" y="1998066"/>
              <a:ext cx="874770" cy="501990"/>
            </a:xfrm>
            <a:custGeom>
              <a:avLst/>
              <a:gdLst/>
              <a:ahLst/>
              <a:cxnLst/>
              <a:rect l="l" t="t" r="r" b="b"/>
              <a:pathLst>
                <a:path w="37161" h="21325" extrusionOk="0">
                  <a:moveTo>
                    <a:pt x="18587" y="0"/>
                  </a:moveTo>
                  <a:cubicBezTo>
                    <a:pt x="18217" y="0"/>
                    <a:pt x="17872" y="83"/>
                    <a:pt x="17622" y="226"/>
                  </a:cubicBezTo>
                  <a:lnTo>
                    <a:pt x="358" y="10192"/>
                  </a:lnTo>
                  <a:cubicBezTo>
                    <a:pt x="132" y="10323"/>
                    <a:pt x="1" y="10489"/>
                    <a:pt x="1" y="10668"/>
                  </a:cubicBezTo>
                  <a:cubicBezTo>
                    <a:pt x="1" y="10835"/>
                    <a:pt x="132" y="11001"/>
                    <a:pt x="358" y="11132"/>
                  </a:cubicBezTo>
                  <a:lnTo>
                    <a:pt x="17622" y="21098"/>
                  </a:lnTo>
                  <a:cubicBezTo>
                    <a:pt x="17872" y="21241"/>
                    <a:pt x="18217" y="21324"/>
                    <a:pt x="18587" y="21324"/>
                  </a:cubicBezTo>
                  <a:cubicBezTo>
                    <a:pt x="18956" y="21324"/>
                    <a:pt x="19289" y="21241"/>
                    <a:pt x="19551" y="21098"/>
                  </a:cubicBezTo>
                  <a:lnTo>
                    <a:pt x="36815" y="11132"/>
                  </a:lnTo>
                  <a:cubicBezTo>
                    <a:pt x="37041" y="11001"/>
                    <a:pt x="37160" y="10835"/>
                    <a:pt x="37160" y="10668"/>
                  </a:cubicBezTo>
                  <a:cubicBezTo>
                    <a:pt x="37160" y="10489"/>
                    <a:pt x="37041" y="10323"/>
                    <a:pt x="36815" y="10192"/>
                  </a:cubicBezTo>
                  <a:lnTo>
                    <a:pt x="19551" y="226"/>
                  </a:lnTo>
                  <a:cubicBezTo>
                    <a:pt x="19289" y="83"/>
                    <a:pt x="18956" y="0"/>
                    <a:pt x="1858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50"/>
            <p:cNvSpPr/>
            <p:nvPr/>
          </p:nvSpPr>
          <p:spPr>
            <a:xfrm>
              <a:off x="4462194" y="2263479"/>
              <a:ext cx="448178" cy="759848"/>
            </a:xfrm>
            <a:custGeom>
              <a:avLst/>
              <a:gdLst/>
              <a:ahLst/>
              <a:cxnLst/>
              <a:rect l="l" t="t" r="r" b="b"/>
              <a:pathLst>
                <a:path w="19039" h="32279" extrusionOk="0">
                  <a:moveTo>
                    <a:pt x="429" y="0"/>
                  </a:moveTo>
                  <a:cubicBezTo>
                    <a:pt x="155" y="0"/>
                    <a:pt x="1" y="227"/>
                    <a:pt x="1" y="596"/>
                  </a:cubicBezTo>
                  <a:lnTo>
                    <a:pt x="1" y="20527"/>
                  </a:lnTo>
                  <a:cubicBezTo>
                    <a:pt x="1" y="21134"/>
                    <a:pt x="441" y="21884"/>
                    <a:pt x="965" y="22193"/>
                  </a:cubicBezTo>
                  <a:lnTo>
                    <a:pt x="18229" y="32159"/>
                  </a:lnTo>
                  <a:cubicBezTo>
                    <a:pt x="18360" y="32230"/>
                    <a:pt x="18503" y="32278"/>
                    <a:pt x="18610" y="32278"/>
                  </a:cubicBezTo>
                  <a:cubicBezTo>
                    <a:pt x="18884" y="32278"/>
                    <a:pt x="19039" y="32052"/>
                    <a:pt x="19039" y="31695"/>
                  </a:cubicBezTo>
                  <a:lnTo>
                    <a:pt x="19039" y="11764"/>
                  </a:lnTo>
                  <a:cubicBezTo>
                    <a:pt x="19039" y="11145"/>
                    <a:pt x="18610" y="10394"/>
                    <a:pt x="18074" y="10085"/>
                  </a:cubicBezTo>
                  <a:lnTo>
                    <a:pt x="810" y="119"/>
                  </a:lnTo>
                  <a:cubicBezTo>
                    <a:pt x="679" y="48"/>
                    <a:pt x="536" y="0"/>
                    <a:pt x="429" y="0"/>
                  </a:cubicBezTo>
                  <a:close/>
                </a:path>
              </a:pathLst>
            </a:custGeom>
            <a:solidFill>
              <a:srgbClr val="F189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50"/>
            <p:cNvSpPr/>
            <p:nvPr/>
          </p:nvSpPr>
          <p:spPr>
            <a:xfrm>
              <a:off x="4739377" y="2548901"/>
              <a:ext cx="83261" cy="107295"/>
            </a:xfrm>
            <a:custGeom>
              <a:avLst/>
              <a:gdLst/>
              <a:ahLst/>
              <a:cxnLst/>
              <a:rect l="l" t="t" r="r" b="b"/>
              <a:pathLst>
                <a:path w="3537" h="4558" extrusionOk="0">
                  <a:moveTo>
                    <a:pt x="982" y="1"/>
                  </a:moveTo>
                  <a:cubicBezTo>
                    <a:pt x="401" y="1"/>
                    <a:pt x="1" y="465"/>
                    <a:pt x="1" y="1258"/>
                  </a:cubicBezTo>
                  <a:cubicBezTo>
                    <a:pt x="1" y="2389"/>
                    <a:pt x="799" y="3758"/>
                    <a:pt x="1775" y="4318"/>
                  </a:cubicBezTo>
                  <a:cubicBezTo>
                    <a:pt x="2055" y="4480"/>
                    <a:pt x="2321" y="4557"/>
                    <a:pt x="2557" y="4557"/>
                  </a:cubicBezTo>
                  <a:cubicBezTo>
                    <a:pt x="3135" y="4557"/>
                    <a:pt x="3537" y="4097"/>
                    <a:pt x="3537" y="3294"/>
                  </a:cubicBezTo>
                  <a:cubicBezTo>
                    <a:pt x="3537" y="2175"/>
                    <a:pt x="2739" y="805"/>
                    <a:pt x="1775" y="246"/>
                  </a:cubicBezTo>
                  <a:cubicBezTo>
                    <a:pt x="1490" y="79"/>
                    <a:pt x="1221" y="1"/>
                    <a:pt x="98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50"/>
            <p:cNvSpPr/>
            <p:nvPr/>
          </p:nvSpPr>
          <p:spPr>
            <a:xfrm>
              <a:off x="4517701" y="2656102"/>
              <a:ext cx="83261" cy="107154"/>
            </a:xfrm>
            <a:custGeom>
              <a:avLst/>
              <a:gdLst/>
              <a:ahLst/>
              <a:cxnLst/>
              <a:rect l="l" t="t" r="r" b="b"/>
              <a:pathLst>
                <a:path w="3537" h="4552" extrusionOk="0">
                  <a:moveTo>
                    <a:pt x="980" y="0"/>
                  </a:moveTo>
                  <a:cubicBezTo>
                    <a:pt x="402" y="0"/>
                    <a:pt x="0" y="461"/>
                    <a:pt x="0" y="1264"/>
                  </a:cubicBezTo>
                  <a:cubicBezTo>
                    <a:pt x="0" y="2383"/>
                    <a:pt x="798" y="3752"/>
                    <a:pt x="1762" y="4312"/>
                  </a:cubicBezTo>
                  <a:cubicBezTo>
                    <a:pt x="2046" y="4475"/>
                    <a:pt x="2315" y="4552"/>
                    <a:pt x="2554" y="4552"/>
                  </a:cubicBezTo>
                  <a:cubicBezTo>
                    <a:pt x="3135" y="4552"/>
                    <a:pt x="3536" y="4094"/>
                    <a:pt x="3536" y="3300"/>
                  </a:cubicBezTo>
                  <a:cubicBezTo>
                    <a:pt x="3536" y="2169"/>
                    <a:pt x="2739" y="800"/>
                    <a:pt x="1762" y="240"/>
                  </a:cubicBezTo>
                  <a:cubicBezTo>
                    <a:pt x="1482" y="78"/>
                    <a:pt x="1216" y="0"/>
                    <a:pt x="9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50"/>
            <p:cNvSpPr/>
            <p:nvPr/>
          </p:nvSpPr>
          <p:spPr>
            <a:xfrm>
              <a:off x="4843918" y="2075983"/>
              <a:ext cx="140157" cy="73798"/>
            </a:xfrm>
            <a:custGeom>
              <a:avLst/>
              <a:gdLst/>
              <a:ahLst/>
              <a:cxnLst/>
              <a:rect l="l" t="t" r="r" b="b"/>
              <a:pathLst>
                <a:path w="5954" h="3135" extrusionOk="0">
                  <a:moveTo>
                    <a:pt x="2978" y="0"/>
                  </a:moveTo>
                  <a:cubicBezTo>
                    <a:pt x="2284" y="0"/>
                    <a:pt x="1590" y="155"/>
                    <a:pt x="1061" y="464"/>
                  </a:cubicBezTo>
                  <a:cubicBezTo>
                    <a:pt x="1" y="1072"/>
                    <a:pt x="1" y="2060"/>
                    <a:pt x="1061" y="2679"/>
                  </a:cubicBezTo>
                  <a:cubicBezTo>
                    <a:pt x="1590" y="2983"/>
                    <a:pt x="2284" y="3134"/>
                    <a:pt x="2978" y="3134"/>
                  </a:cubicBezTo>
                  <a:cubicBezTo>
                    <a:pt x="3671" y="3134"/>
                    <a:pt x="4365" y="2983"/>
                    <a:pt x="4894" y="2679"/>
                  </a:cubicBezTo>
                  <a:cubicBezTo>
                    <a:pt x="5954" y="2060"/>
                    <a:pt x="5954" y="1072"/>
                    <a:pt x="4894" y="464"/>
                  </a:cubicBezTo>
                  <a:cubicBezTo>
                    <a:pt x="4365" y="155"/>
                    <a:pt x="3671" y="0"/>
                    <a:pt x="29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50"/>
            <p:cNvSpPr/>
            <p:nvPr/>
          </p:nvSpPr>
          <p:spPr>
            <a:xfrm>
              <a:off x="4843918" y="2321693"/>
              <a:ext cx="140157" cy="73821"/>
            </a:xfrm>
            <a:custGeom>
              <a:avLst/>
              <a:gdLst/>
              <a:ahLst/>
              <a:cxnLst/>
              <a:rect l="l" t="t" r="r" b="b"/>
              <a:pathLst>
                <a:path w="5954" h="3136" extrusionOk="0">
                  <a:moveTo>
                    <a:pt x="2978" y="1"/>
                  </a:moveTo>
                  <a:cubicBezTo>
                    <a:pt x="2284" y="1"/>
                    <a:pt x="1590" y="153"/>
                    <a:pt x="1061" y="456"/>
                  </a:cubicBezTo>
                  <a:cubicBezTo>
                    <a:pt x="1" y="1075"/>
                    <a:pt x="1" y="2064"/>
                    <a:pt x="1061" y="2671"/>
                  </a:cubicBezTo>
                  <a:cubicBezTo>
                    <a:pt x="1590" y="2980"/>
                    <a:pt x="2284" y="3135"/>
                    <a:pt x="2978" y="3135"/>
                  </a:cubicBezTo>
                  <a:cubicBezTo>
                    <a:pt x="3671" y="3135"/>
                    <a:pt x="4365" y="2980"/>
                    <a:pt x="4894" y="2671"/>
                  </a:cubicBezTo>
                  <a:cubicBezTo>
                    <a:pt x="5954" y="2064"/>
                    <a:pt x="5954" y="1075"/>
                    <a:pt x="4894" y="456"/>
                  </a:cubicBezTo>
                  <a:cubicBezTo>
                    <a:pt x="4365" y="153"/>
                    <a:pt x="3671" y="1"/>
                    <a:pt x="29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09" name="Google Shape;2009;p50"/>
            <p:cNvGrpSpPr/>
            <p:nvPr/>
          </p:nvGrpSpPr>
          <p:grpSpPr>
            <a:xfrm rot="10800000" flipH="1">
              <a:off x="4989126" y="2548901"/>
              <a:ext cx="304937" cy="214355"/>
              <a:chOff x="5251276" y="2548901"/>
              <a:chExt cx="304937" cy="214355"/>
            </a:xfrm>
          </p:grpSpPr>
          <p:sp>
            <p:nvSpPr>
              <p:cNvPr id="2010" name="Google Shape;2010;p50"/>
              <p:cNvSpPr/>
              <p:nvPr/>
            </p:nvSpPr>
            <p:spPr>
              <a:xfrm>
                <a:off x="5472952" y="2548901"/>
                <a:ext cx="83261" cy="107295"/>
              </a:xfrm>
              <a:custGeom>
                <a:avLst/>
                <a:gdLst/>
                <a:ahLst/>
                <a:cxnLst/>
                <a:rect l="l" t="t" r="r" b="b"/>
                <a:pathLst>
                  <a:path w="3537" h="4558" extrusionOk="0">
                    <a:moveTo>
                      <a:pt x="982" y="1"/>
                    </a:moveTo>
                    <a:cubicBezTo>
                      <a:pt x="401" y="1"/>
                      <a:pt x="1" y="465"/>
                      <a:pt x="1" y="1258"/>
                    </a:cubicBezTo>
                    <a:cubicBezTo>
                      <a:pt x="1" y="2389"/>
                      <a:pt x="799" y="3758"/>
                      <a:pt x="1775" y="4318"/>
                    </a:cubicBezTo>
                    <a:cubicBezTo>
                      <a:pt x="2055" y="4480"/>
                      <a:pt x="2321" y="4557"/>
                      <a:pt x="2557" y="4557"/>
                    </a:cubicBezTo>
                    <a:cubicBezTo>
                      <a:pt x="3135" y="4557"/>
                      <a:pt x="3537" y="4097"/>
                      <a:pt x="3537" y="3294"/>
                    </a:cubicBezTo>
                    <a:cubicBezTo>
                      <a:pt x="3537" y="2175"/>
                      <a:pt x="2739" y="805"/>
                      <a:pt x="1775" y="246"/>
                    </a:cubicBezTo>
                    <a:cubicBezTo>
                      <a:pt x="1490" y="79"/>
                      <a:pt x="1221" y="1"/>
                      <a:pt x="98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Google Shape;2011;p50"/>
              <p:cNvSpPr/>
              <p:nvPr/>
            </p:nvSpPr>
            <p:spPr>
              <a:xfrm>
                <a:off x="5251276" y="2656102"/>
                <a:ext cx="83261" cy="107154"/>
              </a:xfrm>
              <a:custGeom>
                <a:avLst/>
                <a:gdLst/>
                <a:ahLst/>
                <a:cxnLst/>
                <a:rect l="l" t="t" r="r" b="b"/>
                <a:pathLst>
                  <a:path w="3537" h="4552" extrusionOk="0">
                    <a:moveTo>
                      <a:pt x="980" y="0"/>
                    </a:moveTo>
                    <a:cubicBezTo>
                      <a:pt x="402" y="0"/>
                      <a:pt x="0" y="461"/>
                      <a:pt x="0" y="1264"/>
                    </a:cubicBezTo>
                    <a:cubicBezTo>
                      <a:pt x="0" y="2383"/>
                      <a:pt x="798" y="3752"/>
                      <a:pt x="1762" y="4312"/>
                    </a:cubicBezTo>
                    <a:cubicBezTo>
                      <a:pt x="2046" y="4475"/>
                      <a:pt x="2315" y="4552"/>
                      <a:pt x="2554" y="4552"/>
                    </a:cubicBezTo>
                    <a:cubicBezTo>
                      <a:pt x="3135" y="4552"/>
                      <a:pt x="3536" y="4094"/>
                      <a:pt x="3536" y="3300"/>
                    </a:cubicBezTo>
                    <a:cubicBezTo>
                      <a:pt x="3536" y="2169"/>
                      <a:pt x="2739" y="800"/>
                      <a:pt x="1762" y="240"/>
                    </a:cubicBezTo>
                    <a:cubicBezTo>
                      <a:pt x="1482" y="78"/>
                      <a:pt x="1216" y="0"/>
                      <a:pt x="98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16" name="Google Shape;2016;p50"/>
          <p:cNvGrpSpPr/>
          <p:nvPr/>
        </p:nvGrpSpPr>
        <p:grpSpPr>
          <a:xfrm>
            <a:off x="5901756" y="2597599"/>
            <a:ext cx="1147565" cy="1304123"/>
            <a:chOff x="3774800" y="2783241"/>
            <a:chExt cx="910621" cy="1034936"/>
          </a:xfrm>
        </p:grpSpPr>
        <p:sp>
          <p:nvSpPr>
            <p:cNvPr id="2017" name="Google Shape;2017;p50"/>
            <p:cNvSpPr/>
            <p:nvPr/>
          </p:nvSpPr>
          <p:spPr>
            <a:xfrm>
              <a:off x="3792737" y="2786749"/>
              <a:ext cx="874746" cy="501990"/>
            </a:xfrm>
            <a:custGeom>
              <a:avLst/>
              <a:gdLst/>
              <a:ahLst/>
              <a:cxnLst/>
              <a:rect l="l" t="t" r="r" b="b"/>
              <a:pathLst>
                <a:path w="37160" h="21325" extrusionOk="0">
                  <a:moveTo>
                    <a:pt x="18574" y="0"/>
                  </a:moveTo>
                  <a:cubicBezTo>
                    <a:pt x="18205" y="0"/>
                    <a:pt x="17871" y="84"/>
                    <a:pt x="17609" y="226"/>
                  </a:cubicBezTo>
                  <a:lnTo>
                    <a:pt x="357" y="10192"/>
                  </a:lnTo>
                  <a:cubicBezTo>
                    <a:pt x="119" y="10323"/>
                    <a:pt x="0" y="10490"/>
                    <a:pt x="0" y="10668"/>
                  </a:cubicBezTo>
                  <a:cubicBezTo>
                    <a:pt x="0" y="10835"/>
                    <a:pt x="119" y="11002"/>
                    <a:pt x="357" y="11133"/>
                  </a:cubicBezTo>
                  <a:lnTo>
                    <a:pt x="17609" y="21098"/>
                  </a:lnTo>
                  <a:cubicBezTo>
                    <a:pt x="17871" y="21241"/>
                    <a:pt x="18205" y="21324"/>
                    <a:pt x="18574" y="21324"/>
                  </a:cubicBezTo>
                  <a:cubicBezTo>
                    <a:pt x="18943" y="21324"/>
                    <a:pt x="19288" y="21241"/>
                    <a:pt x="19538" y="21098"/>
                  </a:cubicBezTo>
                  <a:lnTo>
                    <a:pt x="36802" y="11133"/>
                  </a:lnTo>
                  <a:cubicBezTo>
                    <a:pt x="37029" y="11002"/>
                    <a:pt x="37160" y="10835"/>
                    <a:pt x="37160" y="10668"/>
                  </a:cubicBezTo>
                  <a:cubicBezTo>
                    <a:pt x="37160" y="10490"/>
                    <a:pt x="37029" y="10323"/>
                    <a:pt x="36802" y="10192"/>
                  </a:cubicBezTo>
                  <a:lnTo>
                    <a:pt x="19538" y="226"/>
                  </a:lnTo>
                  <a:cubicBezTo>
                    <a:pt x="19288" y="84"/>
                    <a:pt x="18943" y="0"/>
                    <a:pt x="185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8" name="Google Shape;2018;p50"/>
            <p:cNvSpPr/>
            <p:nvPr/>
          </p:nvSpPr>
          <p:spPr>
            <a:xfrm>
              <a:off x="4233594" y="3052162"/>
              <a:ext cx="448178" cy="759848"/>
            </a:xfrm>
            <a:custGeom>
              <a:avLst/>
              <a:gdLst/>
              <a:ahLst/>
              <a:cxnLst/>
              <a:rect l="l" t="t" r="r" b="b"/>
              <a:pathLst>
                <a:path w="19039" h="32279" extrusionOk="0">
                  <a:moveTo>
                    <a:pt x="18622" y="0"/>
                  </a:moveTo>
                  <a:cubicBezTo>
                    <a:pt x="18503" y="0"/>
                    <a:pt x="18372" y="48"/>
                    <a:pt x="18229" y="119"/>
                  </a:cubicBezTo>
                  <a:lnTo>
                    <a:pt x="965" y="10085"/>
                  </a:lnTo>
                  <a:cubicBezTo>
                    <a:pt x="441" y="10395"/>
                    <a:pt x="1" y="11145"/>
                    <a:pt x="1" y="11764"/>
                  </a:cubicBezTo>
                  <a:lnTo>
                    <a:pt x="1" y="31695"/>
                  </a:lnTo>
                  <a:cubicBezTo>
                    <a:pt x="1" y="32052"/>
                    <a:pt x="167" y="32278"/>
                    <a:pt x="429" y="32278"/>
                  </a:cubicBezTo>
                  <a:cubicBezTo>
                    <a:pt x="536" y="32278"/>
                    <a:pt x="679" y="32231"/>
                    <a:pt x="810" y="32159"/>
                  </a:cubicBezTo>
                  <a:lnTo>
                    <a:pt x="18074" y="22194"/>
                  </a:lnTo>
                  <a:cubicBezTo>
                    <a:pt x="18610" y="21884"/>
                    <a:pt x="19039" y="21134"/>
                    <a:pt x="19039" y="20527"/>
                  </a:cubicBezTo>
                  <a:lnTo>
                    <a:pt x="19039" y="596"/>
                  </a:lnTo>
                  <a:cubicBezTo>
                    <a:pt x="19039" y="227"/>
                    <a:pt x="18884" y="0"/>
                    <a:pt x="186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9" name="Google Shape;2019;p50"/>
            <p:cNvSpPr/>
            <p:nvPr/>
          </p:nvSpPr>
          <p:spPr>
            <a:xfrm>
              <a:off x="3792737" y="2786749"/>
              <a:ext cx="874746" cy="501990"/>
            </a:xfrm>
            <a:custGeom>
              <a:avLst/>
              <a:gdLst/>
              <a:ahLst/>
              <a:cxnLst/>
              <a:rect l="l" t="t" r="r" b="b"/>
              <a:pathLst>
                <a:path w="37160" h="21325" extrusionOk="0">
                  <a:moveTo>
                    <a:pt x="18574" y="0"/>
                  </a:moveTo>
                  <a:cubicBezTo>
                    <a:pt x="18205" y="0"/>
                    <a:pt x="17871" y="84"/>
                    <a:pt x="17609" y="226"/>
                  </a:cubicBezTo>
                  <a:lnTo>
                    <a:pt x="357" y="10192"/>
                  </a:lnTo>
                  <a:cubicBezTo>
                    <a:pt x="119" y="10323"/>
                    <a:pt x="0" y="10490"/>
                    <a:pt x="0" y="10668"/>
                  </a:cubicBezTo>
                  <a:cubicBezTo>
                    <a:pt x="0" y="10835"/>
                    <a:pt x="119" y="11002"/>
                    <a:pt x="357" y="11133"/>
                  </a:cubicBezTo>
                  <a:lnTo>
                    <a:pt x="17609" y="21098"/>
                  </a:lnTo>
                  <a:cubicBezTo>
                    <a:pt x="17871" y="21241"/>
                    <a:pt x="18205" y="21324"/>
                    <a:pt x="18574" y="21324"/>
                  </a:cubicBezTo>
                  <a:cubicBezTo>
                    <a:pt x="18943" y="21324"/>
                    <a:pt x="19288" y="21241"/>
                    <a:pt x="19538" y="21098"/>
                  </a:cubicBezTo>
                  <a:lnTo>
                    <a:pt x="36802" y="11133"/>
                  </a:lnTo>
                  <a:cubicBezTo>
                    <a:pt x="37029" y="11002"/>
                    <a:pt x="37160" y="10835"/>
                    <a:pt x="37160" y="10668"/>
                  </a:cubicBezTo>
                  <a:cubicBezTo>
                    <a:pt x="37160" y="10490"/>
                    <a:pt x="37029" y="10323"/>
                    <a:pt x="36802" y="10192"/>
                  </a:cubicBezTo>
                  <a:lnTo>
                    <a:pt x="19538" y="226"/>
                  </a:lnTo>
                  <a:cubicBezTo>
                    <a:pt x="19288" y="84"/>
                    <a:pt x="18943" y="0"/>
                    <a:pt x="18574" y="0"/>
                  </a:cubicBezTo>
                  <a:close/>
                </a:path>
              </a:pathLst>
            </a:custGeom>
            <a:solidFill>
              <a:srgbClr val="6D6E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50"/>
            <p:cNvSpPr/>
            <p:nvPr/>
          </p:nvSpPr>
          <p:spPr>
            <a:xfrm>
              <a:off x="3774800" y="2783241"/>
              <a:ext cx="910621" cy="1034936"/>
            </a:xfrm>
            <a:custGeom>
              <a:avLst/>
              <a:gdLst/>
              <a:ahLst/>
              <a:cxnLst/>
              <a:rect l="l" t="t" r="r" b="b"/>
              <a:pathLst>
                <a:path w="38684" h="43965" extrusionOk="0">
                  <a:moveTo>
                    <a:pt x="19336" y="149"/>
                  </a:moveTo>
                  <a:cubicBezTo>
                    <a:pt x="19705" y="149"/>
                    <a:pt x="20050" y="233"/>
                    <a:pt x="20300" y="375"/>
                  </a:cubicBezTo>
                  <a:lnTo>
                    <a:pt x="37564" y="10341"/>
                  </a:lnTo>
                  <a:cubicBezTo>
                    <a:pt x="37791" y="10472"/>
                    <a:pt x="37922" y="10639"/>
                    <a:pt x="37922" y="10817"/>
                  </a:cubicBezTo>
                  <a:cubicBezTo>
                    <a:pt x="37922" y="10984"/>
                    <a:pt x="37791" y="11151"/>
                    <a:pt x="37564" y="11282"/>
                  </a:cubicBezTo>
                  <a:lnTo>
                    <a:pt x="20300" y="21247"/>
                  </a:lnTo>
                  <a:cubicBezTo>
                    <a:pt x="20050" y="21390"/>
                    <a:pt x="19705" y="21473"/>
                    <a:pt x="19336" y="21473"/>
                  </a:cubicBezTo>
                  <a:cubicBezTo>
                    <a:pt x="18967" y="21473"/>
                    <a:pt x="18633" y="21390"/>
                    <a:pt x="18371" y="21247"/>
                  </a:cubicBezTo>
                  <a:lnTo>
                    <a:pt x="1119" y="11282"/>
                  </a:lnTo>
                  <a:cubicBezTo>
                    <a:pt x="881" y="11151"/>
                    <a:pt x="762" y="10984"/>
                    <a:pt x="762" y="10817"/>
                  </a:cubicBezTo>
                  <a:cubicBezTo>
                    <a:pt x="762" y="10639"/>
                    <a:pt x="881" y="10472"/>
                    <a:pt x="1119" y="10341"/>
                  </a:cubicBezTo>
                  <a:lnTo>
                    <a:pt x="18371" y="375"/>
                  </a:lnTo>
                  <a:cubicBezTo>
                    <a:pt x="18633" y="233"/>
                    <a:pt x="18967" y="149"/>
                    <a:pt x="19336" y="149"/>
                  </a:cubicBezTo>
                  <a:close/>
                  <a:moveTo>
                    <a:pt x="572" y="11424"/>
                  </a:moveTo>
                  <a:cubicBezTo>
                    <a:pt x="691" y="11424"/>
                    <a:pt x="822" y="11472"/>
                    <a:pt x="965" y="11543"/>
                  </a:cubicBezTo>
                  <a:lnTo>
                    <a:pt x="18217" y="21509"/>
                  </a:lnTo>
                  <a:cubicBezTo>
                    <a:pt x="18752" y="21819"/>
                    <a:pt x="19181" y="22569"/>
                    <a:pt x="19181" y="23188"/>
                  </a:cubicBezTo>
                  <a:lnTo>
                    <a:pt x="19181" y="43119"/>
                  </a:lnTo>
                  <a:cubicBezTo>
                    <a:pt x="19181" y="43476"/>
                    <a:pt x="19026" y="43702"/>
                    <a:pt x="18764" y="43702"/>
                  </a:cubicBezTo>
                  <a:cubicBezTo>
                    <a:pt x="18645" y="43702"/>
                    <a:pt x="18514" y="43655"/>
                    <a:pt x="18371" y="43583"/>
                  </a:cubicBezTo>
                  <a:lnTo>
                    <a:pt x="1119" y="33618"/>
                  </a:lnTo>
                  <a:cubicBezTo>
                    <a:pt x="584" y="33308"/>
                    <a:pt x="155" y="32558"/>
                    <a:pt x="155" y="31951"/>
                  </a:cubicBezTo>
                  <a:lnTo>
                    <a:pt x="155" y="12020"/>
                  </a:lnTo>
                  <a:cubicBezTo>
                    <a:pt x="155" y="11651"/>
                    <a:pt x="310" y="11424"/>
                    <a:pt x="572" y="11424"/>
                  </a:cubicBezTo>
                  <a:close/>
                  <a:moveTo>
                    <a:pt x="38112" y="11424"/>
                  </a:moveTo>
                  <a:cubicBezTo>
                    <a:pt x="38374" y="11424"/>
                    <a:pt x="38529" y="11651"/>
                    <a:pt x="38529" y="12020"/>
                  </a:cubicBezTo>
                  <a:lnTo>
                    <a:pt x="38529" y="31951"/>
                  </a:lnTo>
                  <a:cubicBezTo>
                    <a:pt x="38529" y="32558"/>
                    <a:pt x="38100" y="33308"/>
                    <a:pt x="37564" y="33618"/>
                  </a:cubicBezTo>
                  <a:lnTo>
                    <a:pt x="20300" y="43583"/>
                  </a:lnTo>
                  <a:cubicBezTo>
                    <a:pt x="20169" y="43655"/>
                    <a:pt x="20026" y="43702"/>
                    <a:pt x="19919" y="43702"/>
                  </a:cubicBezTo>
                  <a:cubicBezTo>
                    <a:pt x="19657" y="43702"/>
                    <a:pt x="19491" y="43476"/>
                    <a:pt x="19491" y="43119"/>
                  </a:cubicBezTo>
                  <a:lnTo>
                    <a:pt x="19491" y="23188"/>
                  </a:lnTo>
                  <a:cubicBezTo>
                    <a:pt x="19491" y="22569"/>
                    <a:pt x="19931" y="21819"/>
                    <a:pt x="20455" y="21509"/>
                  </a:cubicBezTo>
                  <a:lnTo>
                    <a:pt x="37719" y="11543"/>
                  </a:lnTo>
                  <a:cubicBezTo>
                    <a:pt x="37862" y="11472"/>
                    <a:pt x="37993" y="11424"/>
                    <a:pt x="38112" y="11424"/>
                  </a:cubicBezTo>
                  <a:close/>
                  <a:moveTo>
                    <a:pt x="19372" y="0"/>
                  </a:moveTo>
                  <a:cubicBezTo>
                    <a:pt x="19267" y="0"/>
                    <a:pt x="19163" y="6"/>
                    <a:pt x="19062" y="18"/>
                  </a:cubicBezTo>
                  <a:lnTo>
                    <a:pt x="19014" y="18"/>
                  </a:lnTo>
                  <a:cubicBezTo>
                    <a:pt x="18741" y="54"/>
                    <a:pt x="18467" y="149"/>
                    <a:pt x="18217" y="292"/>
                  </a:cubicBezTo>
                  <a:lnTo>
                    <a:pt x="1119" y="10162"/>
                  </a:lnTo>
                  <a:cubicBezTo>
                    <a:pt x="1012" y="10222"/>
                    <a:pt x="905" y="10293"/>
                    <a:pt x="810" y="10377"/>
                  </a:cubicBezTo>
                  <a:cubicBezTo>
                    <a:pt x="393" y="10722"/>
                    <a:pt x="119" y="11198"/>
                    <a:pt x="24" y="11734"/>
                  </a:cubicBezTo>
                  <a:cubicBezTo>
                    <a:pt x="12" y="11853"/>
                    <a:pt x="0" y="11984"/>
                    <a:pt x="0" y="12115"/>
                  </a:cubicBezTo>
                  <a:lnTo>
                    <a:pt x="0" y="31855"/>
                  </a:lnTo>
                  <a:cubicBezTo>
                    <a:pt x="0" y="32106"/>
                    <a:pt x="36" y="32344"/>
                    <a:pt x="119" y="32582"/>
                  </a:cubicBezTo>
                  <a:cubicBezTo>
                    <a:pt x="119" y="32594"/>
                    <a:pt x="131" y="32606"/>
                    <a:pt x="131" y="32617"/>
                  </a:cubicBezTo>
                  <a:cubicBezTo>
                    <a:pt x="226" y="32868"/>
                    <a:pt x="369" y="33106"/>
                    <a:pt x="524" y="33308"/>
                  </a:cubicBezTo>
                  <a:cubicBezTo>
                    <a:pt x="536" y="33320"/>
                    <a:pt x="548" y="33332"/>
                    <a:pt x="560" y="33332"/>
                  </a:cubicBezTo>
                  <a:cubicBezTo>
                    <a:pt x="714" y="33510"/>
                    <a:pt x="893" y="33665"/>
                    <a:pt x="1095" y="33784"/>
                  </a:cubicBezTo>
                  <a:lnTo>
                    <a:pt x="12633" y="40440"/>
                  </a:lnTo>
                  <a:lnTo>
                    <a:pt x="18217" y="43666"/>
                  </a:lnTo>
                  <a:cubicBezTo>
                    <a:pt x="18324" y="43726"/>
                    <a:pt x="18443" y="43786"/>
                    <a:pt x="18550" y="43821"/>
                  </a:cubicBezTo>
                  <a:cubicBezTo>
                    <a:pt x="18806" y="43916"/>
                    <a:pt x="19074" y="43964"/>
                    <a:pt x="19342" y="43964"/>
                  </a:cubicBezTo>
                  <a:cubicBezTo>
                    <a:pt x="19610" y="43964"/>
                    <a:pt x="19878" y="43916"/>
                    <a:pt x="20134" y="43821"/>
                  </a:cubicBezTo>
                  <a:cubicBezTo>
                    <a:pt x="20253" y="43774"/>
                    <a:pt x="20360" y="43726"/>
                    <a:pt x="20455" y="43666"/>
                  </a:cubicBezTo>
                  <a:lnTo>
                    <a:pt x="20467" y="43666"/>
                  </a:lnTo>
                  <a:lnTo>
                    <a:pt x="37588" y="33784"/>
                  </a:lnTo>
                  <a:cubicBezTo>
                    <a:pt x="37791" y="33653"/>
                    <a:pt x="37969" y="33510"/>
                    <a:pt x="38124" y="33332"/>
                  </a:cubicBezTo>
                  <a:lnTo>
                    <a:pt x="38148" y="33308"/>
                  </a:lnTo>
                  <a:cubicBezTo>
                    <a:pt x="38314" y="33106"/>
                    <a:pt x="38457" y="32868"/>
                    <a:pt x="38541" y="32617"/>
                  </a:cubicBezTo>
                  <a:cubicBezTo>
                    <a:pt x="38553" y="32606"/>
                    <a:pt x="38553" y="32594"/>
                    <a:pt x="38564" y="32582"/>
                  </a:cubicBezTo>
                  <a:cubicBezTo>
                    <a:pt x="38636" y="32344"/>
                    <a:pt x="38684" y="32106"/>
                    <a:pt x="38684" y="31855"/>
                  </a:cubicBezTo>
                  <a:lnTo>
                    <a:pt x="38684" y="12115"/>
                  </a:lnTo>
                  <a:cubicBezTo>
                    <a:pt x="38684" y="11984"/>
                    <a:pt x="38672" y="11853"/>
                    <a:pt x="38648" y="11734"/>
                  </a:cubicBezTo>
                  <a:cubicBezTo>
                    <a:pt x="38564" y="11210"/>
                    <a:pt x="38291" y="10734"/>
                    <a:pt x="37874" y="10389"/>
                  </a:cubicBezTo>
                  <a:cubicBezTo>
                    <a:pt x="37779" y="10305"/>
                    <a:pt x="37671" y="10234"/>
                    <a:pt x="37552" y="10162"/>
                  </a:cubicBezTo>
                  <a:lnTo>
                    <a:pt x="20467" y="292"/>
                  </a:lnTo>
                  <a:cubicBezTo>
                    <a:pt x="20217" y="149"/>
                    <a:pt x="19955" y="66"/>
                    <a:pt x="19681" y="18"/>
                  </a:cubicBezTo>
                  <a:cubicBezTo>
                    <a:pt x="19580" y="6"/>
                    <a:pt x="19476" y="0"/>
                    <a:pt x="1937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50"/>
            <p:cNvSpPr/>
            <p:nvPr/>
          </p:nvSpPr>
          <p:spPr>
            <a:xfrm>
              <a:off x="4233594" y="3052162"/>
              <a:ext cx="448178" cy="759848"/>
            </a:xfrm>
            <a:custGeom>
              <a:avLst/>
              <a:gdLst/>
              <a:ahLst/>
              <a:cxnLst/>
              <a:rect l="l" t="t" r="r" b="b"/>
              <a:pathLst>
                <a:path w="19039" h="32279" extrusionOk="0">
                  <a:moveTo>
                    <a:pt x="18622" y="0"/>
                  </a:moveTo>
                  <a:cubicBezTo>
                    <a:pt x="18503" y="0"/>
                    <a:pt x="18372" y="48"/>
                    <a:pt x="18229" y="119"/>
                  </a:cubicBezTo>
                  <a:lnTo>
                    <a:pt x="965" y="10085"/>
                  </a:lnTo>
                  <a:cubicBezTo>
                    <a:pt x="441" y="10395"/>
                    <a:pt x="1" y="11145"/>
                    <a:pt x="1" y="11764"/>
                  </a:cubicBezTo>
                  <a:lnTo>
                    <a:pt x="1" y="31695"/>
                  </a:lnTo>
                  <a:cubicBezTo>
                    <a:pt x="1" y="32052"/>
                    <a:pt x="167" y="32278"/>
                    <a:pt x="429" y="32278"/>
                  </a:cubicBezTo>
                  <a:cubicBezTo>
                    <a:pt x="536" y="32278"/>
                    <a:pt x="679" y="32231"/>
                    <a:pt x="810" y="32159"/>
                  </a:cubicBezTo>
                  <a:lnTo>
                    <a:pt x="18074" y="22194"/>
                  </a:lnTo>
                  <a:cubicBezTo>
                    <a:pt x="18610" y="21884"/>
                    <a:pt x="19039" y="21134"/>
                    <a:pt x="19039" y="20527"/>
                  </a:cubicBezTo>
                  <a:lnTo>
                    <a:pt x="19039" y="596"/>
                  </a:lnTo>
                  <a:cubicBezTo>
                    <a:pt x="19039" y="227"/>
                    <a:pt x="18884" y="0"/>
                    <a:pt x="18622" y="0"/>
                  </a:cubicBezTo>
                  <a:close/>
                </a:path>
              </a:pathLst>
            </a:custGeom>
            <a:solidFill>
              <a:srgbClr val="6D6E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50"/>
            <p:cNvSpPr/>
            <p:nvPr/>
          </p:nvSpPr>
          <p:spPr>
            <a:xfrm>
              <a:off x="3792737" y="2786749"/>
              <a:ext cx="874746" cy="501990"/>
            </a:xfrm>
            <a:custGeom>
              <a:avLst/>
              <a:gdLst/>
              <a:ahLst/>
              <a:cxnLst/>
              <a:rect l="l" t="t" r="r" b="b"/>
              <a:pathLst>
                <a:path w="37160" h="21325" extrusionOk="0">
                  <a:moveTo>
                    <a:pt x="18574" y="0"/>
                  </a:moveTo>
                  <a:cubicBezTo>
                    <a:pt x="18205" y="0"/>
                    <a:pt x="17871" y="84"/>
                    <a:pt x="17609" y="226"/>
                  </a:cubicBezTo>
                  <a:lnTo>
                    <a:pt x="357" y="10192"/>
                  </a:lnTo>
                  <a:cubicBezTo>
                    <a:pt x="119" y="10323"/>
                    <a:pt x="0" y="10490"/>
                    <a:pt x="0" y="10668"/>
                  </a:cubicBezTo>
                  <a:cubicBezTo>
                    <a:pt x="0" y="10835"/>
                    <a:pt x="119" y="11002"/>
                    <a:pt x="357" y="11133"/>
                  </a:cubicBezTo>
                  <a:lnTo>
                    <a:pt x="17609" y="21098"/>
                  </a:lnTo>
                  <a:cubicBezTo>
                    <a:pt x="17871" y="21241"/>
                    <a:pt x="18205" y="21324"/>
                    <a:pt x="18574" y="21324"/>
                  </a:cubicBezTo>
                  <a:cubicBezTo>
                    <a:pt x="18943" y="21324"/>
                    <a:pt x="19288" y="21241"/>
                    <a:pt x="19538" y="21098"/>
                  </a:cubicBezTo>
                  <a:lnTo>
                    <a:pt x="36802" y="11133"/>
                  </a:lnTo>
                  <a:cubicBezTo>
                    <a:pt x="37029" y="11002"/>
                    <a:pt x="37160" y="10835"/>
                    <a:pt x="37160" y="10668"/>
                  </a:cubicBezTo>
                  <a:cubicBezTo>
                    <a:pt x="37160" y="10490"/>
                    <a:pt x="37029" y="10323"/>
                    <a:pt x="36802" y="10192"/>
                  </a:cubicBezTo>
                  <a:lnTo>
                    <a:pt x="19538" y="226"/>
                  </a:lnTo>
                  <a:cubicBezTo>
                    <a:pt x="19288" y="84"/>
                    <a:pt x="18943" y="0"/>
                    <a:pt x="1857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50"/>
            <p:cNvSpPr/>
            <p:nvPr/>
          </p:nvSpPr>
          <p:spPr>
            <a:xfrm>
              <a:off x="4233594" y="3052162"/>
              <a:ext cx="448178" cy="759848"/>
            </a:xfrm>
            <a:custGeom>
              <a:avLst/>
              <a:gdLst/>
              <a:ahLst/>
              <a:cxnLst/>
              <a:rect l="l" t="t" r="r" b="b"/>
              <a:pathLst>
                <a:path w="19039" h="32279" extrusionOk="0">
                  <a:moveTo>
                    <a:pt x="18622" y="0"/>
                  </a:moveTo>
                  <a:cubicBezTo>
                    <a:pt x="18503" y="0"/>
                    <a:pt x="18372" y="48"/>
                    <a:pt x="18229" y="119"/>
                  </a:cubicBezTo>
                  <a:lnTo>
                    <a:pt x="965" y="10085"/>
                  </a:lnTo>
                  <a:cubicBezTo>
                    <a:pt x="441" y="10395"/>
                    <a:pt x="1" y="11145"/>
                    <a:pt x="1" y="11764"/>
                  </a:cubicBezTo>
                  <a:lnTo>
                    <a:pt x="1" y="31695"/>
                  </a:lnTo>
                  <a:cubicBezTo>
                    <a:pt x="1" y="32052"/>
                    <a:pt x="167" y="32278"/>
                    <a:pt x="429" y="32278"/>
                  </a:cubicBezTo>
                  <a:cubicBezTo>
                    <a:pt x="536" y="32278"/>
                    <a:pt x="679" y="32231"/>
                    <a:pt x="810" y="32159"/>
                  </a:cubicBezTo>
                  <a:lnTo>
                    <a:pt x="18074" y="22194"/>
                  </a:lnTo>
                  <a:cubicBezTo>
                    <a:pt x="18610" y="21884"/>
                    <a:pt x="19039" y="21134"/>
                    <a:pt x="19039" y="20527"/>
                  </a:cubicBezTo>
                  <a:lnTo>
                    <a:pt x="19039" y="596"/>
                  </a:lnTo>
                  <a:cubicBezTo>
                    <a:pt x="19039" y="227"/>
                    <a:pt x="18884" y="0"/>
                    <a:pt x="18622" y="0"/>
                  </a:cubicBezTo>
                  <a:close/>
                </a:path>
              </a:pathLst>
            </a:custGeom>
            <a:solidFill>
              <a:srgbClr val="3B040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50"/>
            <p:cNvSpPr/>
            <p:nvPr/>
          </p:nvSpPr>
          <p:spPr>
            <a:xfrm>
              <a:off x="4439592" y="3395445"/>
              <a:ext cx="82979" cy="107178"/>
            </a:xfrm>
            <a:custGeom>
              <a:avLst/>
              <a:gdLst/>
              <a:ahLst/>
              <a:cxnLst/>
              <a:rect l="l" t="t" r="r" b="b"/>
              <a:pathLst>
                <a:path w="3525" h="4553" extrusionOk="0">
                  <a:moveTo>
                    <a:pt x="2552" y="1"/>
                  </a:moveTo>
                  <a:cubicBezTo>
                    <a:pt x="2315" y="1"/>
                    <a:pt x="2047" y="78"/>
                    <a:pt x="1763" y="241"/>
                  </a:cubicBezTo>
                  <a:cubicBezTo>
                    <a:pt x="787" y="800"/>
                    <a:pt x="1" y="2169"/>
                    <a:pt x="1" y="3289"/>
                  </a:cubicBezTo>
                  <a:cubicBezTo>
                    <a:pt x="1" y="4091"/>
                    <a:pt x="396" y="4552"/>
                    <a:pt x="975" y="4552"/>
                  </a:cubicBezTo>
                  <a:cubicBezTo>
                    <a:pt x="1212" y="4552"/>
                    <a:pt x="1479" y="4475"/>
                    <a:pt x="1763" y="4313"/>
                  </a:cubicBezTo>
                  <a:cubicBezTo>
                    <a:pt x="2739" y="3753"/>
                    <a:pt x="3525" y="2384"/>
                    <a:pt x="3525" y="1253"/>
                  </a:cubicBezTo>
                  <a:cubicBezTo>
                    <a:pt x="3525" y="459"/>
                    <a:pt x="3130" y="1"/>
                    <a:pt x="25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50"/>
            <p:cNvSpPr/>
            <p:nvPr/>
          </p:nvSpPr>
          <p:spPr>
            <a:xfrm>
              <a:off x="4289101" y="3321459"/>
              <a:ext cx="83261" cy="107295"/>
            </a:xfrm>
            <a:custGeom>
              <a:avLst/>
              <a:gdLst/>
              <a:ahLst/>
              <a:cxnLst/>
              <a:rect l="l" t="t" r="r" b="b"/>
              <a:pathLst>
                <a:path w="3537" h="4558" extrusionOk="0">
                  <a:moveTo>
                    <a:pt x="2552" y="1"/>
                  </a:moveTo>
                  <a:cubicBezTo>
                    <a:pt x="2314" y="1"/>
                    <a:pt x="2046" y="78"/>
                    <a:pt x="1762" y="240"/>
                  </a:cubicBezTo>
                  <a:cubicBezTo>
                    <a:pt x="798" y="812"/>
                    <a:pt x="0" y="2169"/>
                    <a:pt x="0" y="3300"/>
                  </a:cubicBezTo>
                  <a:cubicBezTo>
                    <a:pt x="0" y="4093"/>
                    <a:pt x="401" y="4558"/>
                    <a:pt x="977" y="4558"/>
                  </a:cubicBezTo>
                  <a:cubicBezTo>
                    <a:pt x="1214" y="4558"/>
                    <a:pt x="1481" y="4479"/>
                    <a:pt x="1762" y="4312"/>
                  </a:cubicBezTo>
                  <a:cubicBezTo>
                    <a:pt x="2739" y="3753"/>
                    <a:pt x="3536" y="2384"/>
                    <a:pt x="3536" y="1264"/>
                  </a:cubicBezTo>
                  <a:cubicBezTo>
                    <a:pt x="3536" y="462"/>
                    <a:pt x="3134" y="1"/>
                    <a:pt x="25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50"/>
            <p:cNvSpPr/>
            <p:nvPr/>
          </p:nvSpPr>
          <p:spPr>
            <a:xfrm>
              <a:off x="4565436" y="3465806"/>
              <a:ext cx="82979" cy="107154"/>
            </a:xfrm>
            <a:custGeom>
              <a:avLst/>
              <a:gdLst/>
              <a:ahLst/>
              <a:cxnLst/>
              <a:rect l="l" t="t" r="r" b="b"/>
              <a:pathLst>
                <a:path w="3525" h="4552" extrusionOk="0">
                  <a:moveTo>
                    <a:pt x="2552" y="0"/>
                  </a:moveTo>
                  <a:cubicBezTo>
                    <a:pt x="2315" y="0"/>
                    <a:pt x="2047" y="77"/>
                    <a:pt x="1763" y="240"/>
                  </a:cubicBezTo>
                  <a:cubicBezTo>
                    <a:pt x="786" y="800"/>
                    <a:pt x="1" y="2169"/>
                    <a:pt x="1" y="3288"/>
                  </a:cubicBezTo>
                  <a:cubicBezTo>
                    <a:pt x="1" y="4091"/>
                    <a:pt x="396" y="4552"/>
                    <a:pt x="975" y="4552"/>
                  </a:cubicBezTo>
                  <a:cubicBezTo>
                    <a:pt x="1212" y="4552"/>
                    <a:pt x="1479" y="4475"/>
                    <a:pt x="1763" y="4312"/>
                  </a:cubicBezTo>
                  <a:cubicBezTo>
                    <a:pt x="2739" y="3752"/>
                    <a:pt x="3525" y="2383"/>
                    <a:pt x="3525" y="1252"/>
                  </a:cubicBezTo>
                  <a:cubicBezTo>
                    <a:pt x="3525" y="459"/>
                    <a:pt x="3130" y="0"/>
                    <a:pt x="25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50"/>
            <p:cNvSpPr/>
            <p:nvPr/>
          </p:nvSpPr>
          <p:spPr>
            <a:xfrm>
              <a:off x="3778425" y="3052162"/>
              <a:ext cx="447896" cy="759848"/>
            </a:xfrm>
            <a:custGeom>
              <a:avLst/>
              <a:gdLst/>
              <a:ahLst/>
              <a:cxnLst/>
              <a:rect l="l" t="t" r="r" b="b"/>
              <a:pathLst>
                <a:path w="19027" h="32279" extrusionOk="0">
                  <a:moveTo>
                    <a:pt x="418" y="0"/>
                  </a:moveTo>
                  <a:cubicBezTo>
                    <a:pt x="156" y="0"/>
                    <a:pt x="1" y="215"/>
                    <a:pt x="1" y="596"/>
                  </a:cubicBezTo>
                  <a:lnTo>
                    <a:pt x="1" y="20527"/>
                  </a:lnTo>
                  <a:cubicBezTo>
                    <a:pt x="1" y="21134"/>
                    <a:pt x="430" y="21884"/>
                    <a:pt x="965" y="22194"/>
                  </a:cubicBezTo>
                  <a:lnTo>
                    <a:pt x="18217" y="32159"/>
                  </a:lnTo>
                  <a:cubicBezTo>
                    <a:pt x="18360" y="32231"/>
                    <a:pt x="18491" y="32278"/>
                    <a:pt x="18610" y="32278"/>
                  </a:cubicBezTo>
                  <a:cubicBezTo>
                    <a:pt x="18872" y="32278"/>
                    <a:pt x="19027" y="32052"/>
                    <a:pt x="19027" y="31695"/>
                  </a:cubicBezTo>
                  <a:lnTo>
                    <a:pt x="19027" y="11764"/>
                  </a:lnTo>
                  <a:cubicBezTo>
                    <a:pt x="19027" y="11145"/>
                    <a:pt x="18598" y="10395"/>
                    <a:pt x="18063" y="10085"/>
                  </a:cubicBezTo>
                  <a:lnTo>
                    <a:pt x="811" y="119"/>
                  </a:lnTo>
                  <a:cubicBezTo>
                    <a:pt x="668" y="48"/>
                    <a:pt x="537" y="0"/>
                    <a:pt x="418" y="0"/>
                  </a:cubicBezTo>
                  <a:close/>
                </a:path>
              </a:pathLst>
            </a:custGeom>
            <a:solidFill>
              <a:srgbClr val="74223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50"/>
            <p:cNvSpPr/>
            <p:nvPr/>
          </p:nvSpPr>
          <p:spPr>
            <a:xfrm>
              <a:off x="4163539" y="2841126"/>
              <a:ext cx="140157" cy="73798"/>
            </a:xfrm>
            <a:custGeom>
              <a:avLst/>
              <a:gdLst/>
              <a:ahLst/>
              <a:cxnLst/>
              <a:rect l="l" t="t" r="r" b="b"/>
              <a:pathLst>
                <a:path w="5954" h="3135" extrusionOk="0">
                  <a:moveTo>
                    <a:pt x="2977" y="0"/>
                  </a:moveTo>
                  <a:cubicBezTo>
                    <a:pt x="2283" y="0"/>
                    <a:pt x="1590" y="155"/>
                    <a:pt x="1060" y="464"/>
                  </a:cubicBezTo>
                  <a:cubicBezTo>
                    <a:pt x="0" y="1072"/>
                    <a:pt x="0" y="2060"/>
                    <a:pt x="1060" y="2679"/>
                  </a:cubicBezTo>
                  <a:cubicBezTo>
                    <a:pt x="1590" y="2983"/>
                    <a:pt x="2283" y="3134"/>
                    <a:pt x="2977" y="3134"/>
                  </a:cubicBezTo>
                  <a:cubicBezTo>
                    <a:pt x="3670" y="3134"/>
                    <a:pt x="4364" y="2983"/>
                    <a:pt x="4894" y="2679"/>
                  </a:cubicBezTo>
                  <a:cubicBezTo>
                    <a:pt x="5953" y="2060"/>
                    <a:pt x="5953" y="1072"/>
                    <a:pt x="4894" y="464"/>
                  </a:cubicBezTo>
                  <a:cubicBezTo>
                    <a:pt x="4364" y="155"/>
                    <a:pt x="3670" y="0"/>
                    <a:pt x="29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50"/>
            <p:cNvSpPr/>
            <p:nvPr/>
          </p:nvSpPr>
          <p:spPr>
            <a:xfrm>
              <a:off x="4163539" y="3160563"/>
              <a:ext cx="140157" cy="73586"/>
            </a:xfrm>
            <a:custGeom>
              <a:avLst/>
              <a:gdLst/>
              <a:ahLst/>
              <a:cxnLst/>
              <a:rect l="l" t="t" r="r" b="b"/>
              <a:pathLst>
                <a:path w="5954" h="3126" extrusionOk="0">
                  <a:moveTo>
                    <a:pt x="2977" y="0"/>
                  </a:moveTo>
                  <a:cubicBezTo>
                    <a:pt x="2283" y="0"/>
                    <a:pt x="1590" y="152"/>
                    <a:pt x="1060" y="456"/>
                  </a:cubicBezTo>
                  <a:cubicBezTo>
                    <a:pt x="0" y="1063"/>
                    <a:pt x="0" y="2063"/>
                    <a:pt x="1060" y="2670"/>
                  </a:cubicBezTo>
                  <a:cubicBezTo>
                    <a:pt x="1590" y="2974"/>
                    <a:pt x="2283" y="3126"/>
                    <a:pt x="2977" y="3126"/>
                  </a:cubicBezTo>
                  <a:cubicBezTo>
                    <a:pt x="3670" y="3126"/>
                    <a:pt x="4364" y="2974"/>
                    <a:pt x="4894" y="2670"/>
                  </a:cubicBezTo>
                  <a:cubicBezTo>
                    <a:pt x="5953" y="2063"/>
                    <a:pt x="5953" y="1063"/>
                    <a:pt x="4894" y="456"/>
                  </a:cubicBezTo>
                  <a:cubicBezTo>
                    <a:pt x="4364" y="152"/>
                    <a:pt x="3670" y="0"/>
                    <a:pt x="29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50"/>
            <p:cNvSpPr/>
            <p:nvPr/>
          </p:nvSpPr>
          <p:spPr>
            <a:xfrm>
              <a:off x="4163539" y="3006471"/>
              <a:ext cx="140157" cy="73798"/>
            </a:xfrm>
            <a:custGeom>
              <a:avLst/>
              <a:gdLst/>
              <a:ahLst/>
              <a:cxnLst/>
              <a:rect l="l" t="t" r="r" b="b"/>
              <a:pathLst>
                <a:path w="5954" h="3135" extrusionOk="0">
                  <a:moveTo>
                    <a:pt x="2977" y="1"/>
                  </a:moveTo>
                  <a:cubicBezTo>
                    <a:pt x="2283" y="1"/>
                    <a:pt x="1590" y="155"/>
                    <a:pt x="1060" y="465"/>
                  </a:cubicBezTo>
                  <a:cubicBezTo>
                    <a:pt x="0" y="1072"/>
                    <a:pt x="0" y="2060"/>
                    <a:pt x="1060" y="2680"/>
                  </a:cubicBezTo>
                  <a:cubicBezTo>
                    <a:pt x="1590" y="2983"/>
                    <a:pt x="2283" y="3135"/>
                    <a:pt x="2977" y="3135"/>
                  </a:cubicBezTo>
                  <a:cubicBezTo>
                    <a:pt x="3670" y="3135"/>
                    <a:pt x="4364" y="2983"/>
                    <a:pt x="4894" y="2680"/>
                  </a:cubicBezTo>
                  <a:cubicBezTo>
                    <a:pt x="5953" y="2060"/>
                    <a:pt x="5953" y="1072"/>
                    <a:pt x="4894" y="465"/>
                  </a:cubicBezTo>
                  <a:cubicBezTo>
                    <a:pt x="4364" y="155"/>
                    <a:pt x="3670" y="1"/>
                    <a:pt x="29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50"/>
            <p:cNvSpPr/>
            <p:nvPr/>
          </p:nvSpPr>
          <p:spPr>
            <a:xfrm rot="10800000" flipH="1">
              <a:off x="3973204" y="3391796"/>
              <a:ext cx="82979" cy="107178"/>
            </a:xfrm>
            <a:custGeom>
              <a:avLst/>
              <a:gdLst/>
              <a:ahLst/>
              <a:cxnLst/>
              <a:rect l="l" t="t" r="r" b="b"/>
              <a:pathLst>
                <a:path w="3525" h="4553" extrusionOk="0">
                  <a:moveTo>
                    <a:pt x="2552" y="1"/>
                  </a:moveTo>
                  <a:cubicBezTo>
                    <a:pt x="2315" y="1"/>
                    <a:pt x="2047" y="78"/>
                    <a:pt x="1763" y="241"/>
                  </a:cubicBezTo>
                  <a:cubicBezTo>
                    <a:pt x="787" y="800"/>
                    <a:pt x="1" y="2169"/>
                    <a:pt x="1" y="3289"/>
                  </a:cubicBezTo>
                  <a:cubicBezTo>
                    <a:pt x="1" y="4091"/>
                    <a:pt x="396" y="4552"/>
                    <a:pt x="975" y="4552"/>
                  </a:cubicBezTo>
                  <a:cubicBezTo>
                    <a:pt x="1212" y="4552"/>
                    <a:pt x="1479" y="4475"/>
                    <a:pt x="1763" y="4313"/>
                  </a:cubicBezTo>
                  <a:cubicBezTo>
                    <a:pt x="2739" y="3753"/>
                    <a:pt x="3525" y="2384"/>
                    <a:pt x="3525" y="1253"/>
                  </a:cubicBezTo>
                  <a:cubicBezTo>
                    <a:pt x="3525" y="459"/>
                    <a:pt x="3130" y="1"/>
                    <a:pt x="25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50"/>
            <p:cNvSpPr/>
            <p:nvPr/>
          </p:nvSpPr>
          <p:spPr>
            <a:xfrm rot="10800000" flipH="1">
              <a:off x="3822713" y="3465665"/>
              <a:ext cx="83261" cy="107295"/>
            </a:xfrm>
            <a:custGeom>
              <a:avLst/>
              <a:gdLst/>
              <a:ahLst/>
              <a:cxnLst/>
              <a:rect l="l" t="t" r="r" b="b"/>
              <a:pathLst>
                <a:path w="3537" h="4558" extrusionOk="0">
                  <a:moveTo>
                    <a:pt x="2552" y="1"/>
                  </a:moveTo>
                  <a:cubicBezTo>
                    <a:pt x="2314" y="1"/>
                    <a:pt x="2046" y="78"/>
                    <a:pt x="1762" y="240"/>
                  </a:cubicBezTo>
                  <a:cubicBezTo>
                    <a:pt x="798" y="812"/>
                    <a:pt x="0" y="2169"/>
                    <a:pt x="0" y="3300"/>
                  </a:cubicBezTo>
                  <a:cubicBezTo>
                    <a:pt x="0" y="4093"/>
                    <a:pt x="401" y="4558"/>
                    <a:pt x="977" y="4558"/>
                  </a:cubicBezTo>
                  <a:cubicBezTo>
                    <a:pt x="1214" y="4558"/>
                    <a:pt x="1481" y="4479"/>
                    <a:pt x="1762" y="4312"/>
                  </a:cubicBezTo>
                  <a:cubicBezTo>
                    <a:pt x="2739" y="3753"/>
                    <a:pt x="3536" y="2384"/>
                    <a:pt x="3536" y="1264"/>
                  </a:cubicBezTo>
                  <a:cubicBezTo>
                    <a:pt x="3536" y="462"/>
                    <a:pt x="3134" y="1"/>
                    <a:pt x="255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50"/>
            <p:cNvSpPr/>
            <p:nvPr/>
          </p:nvSpPr>
          <p:spPr>
            <a:xfrm rot="10800000" flipH="1">
              <a:off x="4099049" y="3321459"/>
              <a:ext cx="82979" cy="107154"/>
            </a:xfrm>
            <a:custGeom>
              <a:avLst/>
              <a:gdLst/>
              <a:ahLst/>
              <a:cxnLst/>
              <a:rect l="l" t="t" r="r" b="b"/>
              <a:pathLst>
                <a:path w="3525" h="4552" extrusionOk="0">
                  <a:moveTo>
                    <a:pt x="2552" y="0"/>
                  </a:moveTo>
                  <a:cubicBezTo>
                    <a:pt x="2315" y="0"/>
                    <a:pt x="2047" y="77"/>
                    <a:pt x="1763" y="240"/>
                  </a:cubicBezTo>
                  <a:cubicBezTo>
                    <a:pt x="786" y="800"/>
                    <a:pt x="1" y="2169"/>
                    <a:pt x="1" y="3288"/>
                  </a:cubicBezTo>
                  <a:cubicBezTo>
                    <a:pt x="1" y="4091"/>
                    <a:pt x="396" y="4552"/>
                    <a:pt x="975" y="4552"/>
                  </a:cubicBezTo>
                  <a:cubicBezTo>
                    <a:pt x="1212" y="4552"/>
                    <a:pt x="1479" y="4475"/>
                    <a:pt x="1763" y="4312"/>
                  </a:cubicBezTo>
                  <a:cubicBezTo>
                    <a:pt x="2739" y="3752"/>
                    <a:pt x="3525" y="2383"/>
                    <a:pt x="3525" y="1252"/>
                  </a:cubicBezTo>
                  <a:cubicBezTo>
                    <a:pt x="3525" y="459"/>
                    <a:pt x="3130" y="0"/>
                    <a:pt x="25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8" name="Google Shape;2038;p50"/>
          <p:cNvSpPr/>
          <p:nvPr/>
        </p:nvSpPr>
        <p:spPr>
          <a:xfrm>
            <a:off x="7381454" y="4039986"/>
            <a:ext cx="7580" cy="3672"/>
          </a:xfrm>
          <a:custGeom>
            <a:avLst/>
            <a:gdLst/>
            <a:ahLst/>
            <a:cxnLst/>
            <a:rect l="l" t="t" r="r" b="b"/>
            <a:pathLst>
              <a:path w="322" h="156" extrusionOk="0">
                <a:moveTo>
                  <a:pt x="322" y="1"/>
                </a:moveTo>
                <a:lnTo>
                  <a:pt x="322" y="1"/>
                </a:lnTo>
                <a:cubicBezTo>
                  <a:pt x="215" y="60"/>
                  <a:pt x="107" y="108"/>
                  <a:pt x="0" y="155"/>
                </a:cubicBezTo>
                <a:cubicBezTo>
                  <a:pt x="84" y="132"/>
                  <a:pt x="155" y="96"/>
                  <a:pt x="238" y="48"/>
                </a:cubicBezTo>
                <a:lnTo>
                  <a:pt x="322" y="1"/>
                </a:lnTo>
                <a:close/>
              </a:path>
            </a:pathLst>
          </a:custGeom>
          <a:solidFill>
            <a:srgbClr val="6D6E7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9" name="Google Shape;2039;p50"/>
          <p:cNvSpPr/>
          <p:nvPr/>
        </p:nvSpPr>
        <p:spPr>
          <a:xfrm>
            <a:off x="7336046" y="4039986"/>
            <a:ext cx="8145" cy="3672"/>
          </a:xfrm>
          <a:custGeom>
            <a:avLst/>
            <a:gdLst/>
            <a:ahLst/>
            <a:cxnLst/>
            <a:rect l="l" t="t" r="r" b="b"/>
            <a:pathLst>
              <a:path w="346" h="156" extrusionOk="0">
                <a:moveTo>
                  <a:pt x="0" y="1"/>
                </a:moveTo>
                <a:lnTo>
                  <a:pt x="84" y="48"/>
                </a:lnTo>
                <a:cubicBezTo>
                  <a:pt x="179" y="96"/>
                  <a:pt x="262" y="132"/>
                  <a:pt x="346" y="155"/>
                </a:cubicBezTo>
                <a:cubicBezTo>
                  <a:pt x="227" y="120"/>
                  <a:pt x="119" y="60"/>
                  <a:pt x="0" y="1"/>
                </a:cubicBezTo>
                <a:close/>
              </a:path>
            </a:pathLst>
          </a:custGeom>
          <a:solidFill>
            <a:srgbClr val="6D6E7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40" name="Google Shape;2040;p50"/>
          <p:cNvGrpSpPr/>
          <p:nvPr/>
        </p:nvGrpSpPr>
        <p:grpSpPr>
          <a:xfrm>
            <a:off x="6763412" y="3322491"/>
            <a:ext cx="1147595" cy="1304182"/>
            <a:chOff x="4458545" y="3571877"/>
            <a:chExt cx="910645" cy="1034983"/>
          </a:xfrm>
        </p:grpSpPr>
        <p:sp>
          <p:nvSpPr>
            <p:cNvPr id="2041" name="Google Shape;2041;p50"/>
            <p:cNvSpPr/>
            <p:nvPr/>
          </p:nvSpPr>
          <p:spPr>
            <a:xfrm>
              <a:off x="4476482" y="3575431"/>
              <a:ext cx="874770" cy="501990"/>
            </a:xfrm>
            <a:custGeom>
              <a:avLst/>
              <a:gdLst/>
              <a:ahLst/>
              <a:cxnLst/>
              <a:rect l="l" t="t" r="r" b="b"/>
              <a:pathLst>
                <a:path w="37161" h="21325" extrusionOk="0">
                  <a:moveTo>
                    <a:pt x="18587" y="0"/>
                  </a:moveTo>
                  <a:cubicBezTo>
                    <a:pt x="18217" y="0"/>
                    <a:pt x="17872" y="84"/>
                    <a:pt x="17622" y="227"/>
                  </a:cubicBezTo>
                  <a:lnTo>
                    <a:pt x="358" y="10192"/>
                  </a:lnTo>
                  <a:cubicBezTo>
                    <a:pt x="132" y="10323"/>
                    <a:pt x="1" y="10490"/>
                    <a:pt x="1" y="10668"/>
                  </a:cubicBezTo>
                  <a:cubicBezTo>
                    <a:pt x="1" y="10835"/>
                    <a:pt x="132" y="11002"/>
                    <a:pt x="358" y="11133"/>
                  </a:cubicBezTo>
                  <a:lnTo>
                    <a:pt x="17622" y="21098"/>
                  </a:lnTo>
                  <a:cubicBezTo>
                    <a:pt x="17872" y="21241"/>
                    <a:pt x="18217" y="21324"/>
                    <a:pt x="18587" y="21324"/>
                  </a:cubicBezTo>
                  <a:cubicBezTo>
                    <a:pt x="18956" y="21324"/>
                    <a:pt x="19289" y="21241"/>
                    <a:pt x="19551" y="21098"/>
                  </a:cubicBezTo>
                  <a:lnTo>
                    <a:pt x="36815" y="11133"/>
                  </a:lnTo>
                  <a:cubicBezTo>
                    <a:pt x="37041" y="11002"/>
                    <a:pt x="37160" y="10835"/>
                    <a:pt x="37160" y="10668"/>
                  </a:cubicBezTo>
                  <a:cubicBezTo>
                    <a:pt x="37160" y="10490"/>
                    <a:pt x="37041" y="10323"/>
                    <a:pt x="36815" y="10192"/>
                  </a:cubicBezTo>
                  <a:lnTo>
                    <a:pt x="19551" y="227"/>
                  </a:lnTo>
                  <a:cubicBezTo>
                    <a:pt x="19289" y="84"/>
                    <a:pt x="18956" y="0"/>
                    <a:pt x="185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50"/>
            <p:cNvSpPr/>
            <p:nvPr/>
          </p:nvSpPr>
          <p:spPr>
            <a:xfrm>
              <a:off x="4917645" y="3840844"/>
              <a:ext cx="447896" cy="759848"/>
            </a:xfrm>
            <a:custGeom>
              <a:avLst/>
              <a:gdLst/>
              <a:ahLst/>
              <a:cxnLst/>
              <a:rect l="l" t="t" r="r" b="b"/>
              <a:pathLst>
                <a:path w="19027" h="32279" extrusionOk="0">
                  <a:moveTo>
                    <a:pt x="18610" y="1"/>
                  </a:moveTo>
                  <a:cubicBezTo>
                    <a:pt x="18491" y="1"/>
                    <a:pt x="18360" y="48"/>
                    <a:pt x="18229" y="120"/>
                  </a:cubicBezTo>
                  <a:lnTo>
                    <a:pt x="965" y="10085"/>
                  </a:lnTo>
                  <a:cubicBezTo>
                    <a:pt x="429" y="10395"/>
                    <a:pt x="0" y="11145"/>
                    <a:pt x="0" y="11752"/>
                  </a:cubicBezTo>
                  <a:lnTo>
                    <a:pt x="0" y="31695"/>
                  </a:lnTo>
                  <a:cubicBezTo>
                    <a:pt x="0" y="32052"/>
                    <a:pt x="155" y="32278"/>
                    <a:pt x="417" y="32278"/>
                  </a:cubicBezTo>
                  <a:cubicBezTo>
                    <a:pt x="536" y="32278"/>
                    <a:pt x="667" y="32231"/>
                    <a:pt x="810" y="32159"/>
                  </a:cubicBezTo>
                  <a:lnTo>
                    <a:pt x="18074" y="22194"/>
                  </a:lnTo>
                  <a:cubicBezTo>
                    <a:pt x="18598" y="21884"/>
                    <a:pt x="19026" y="21134"/>
                    <a:pt x="19026" y="20527"/>
                  </a:cubicBezTo>
                  <a:lnTo>
                    <a:pt x="19026" y="596"/>
                  </a:lnTo>
                  <a:cubicBezTo>
                    <a:pt x="19026" y="227"/>
                    <a:pt x="18872" y="1"/>
                    <a:pt x="1861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3" name="Google Shape;2043;p50"/>
            <p:cNvSpPr/>
            <p:nvPr/>
          </p:nvSpPr>
          <p:spPr>
            <a:xfrm>
              <a:off x="4476482" y="3575431"/>
              <a:ext cx="874770" cy="501990"/>
            </a:xfrm>
            <a:custGeom>
              <a:avLst/>
              <a:gdLst/>
              <a:ahLst/>
              <a:cxnLst/>
              <a:rect l="l" t="t" r="r" b="b"/>
              <a:pathLst>
                <a:path w="37161" h="21325" extrusionOk="0">
                  <a:moveTo>
                    <a:pt x="18587" y="0"/>
                  </a:moveTo>
                  <a:cubicBezTo>
                    <a:pt x="18217" y="0"/>
                    <a:pt x="17872" y="84"/>
                    <a:pt x="17622" y="227"/>
                  </a:cubicBezTo>
                  <a:lnTo>
                    <a:pt x="358" y="10192"/>
                  </a:lnTo>
                  <a:cubicBezTo>
                    <a:pt x="132" y="10323"/>
                    <a:pt x="1" y="10490"/>
                    <a:pt x="1" y="10668"/>
                  </a:cubicBezTo>
                  <a:cubicBezTo>
                    <a:pt x="1" y="10835"/>
                    <a:pt x="132" y="11002"/>
                    <a:pt x="358" y="11133"/>
                  </a:cubicBezTo>
                  <a:lnTo>
                    <a:pt x="17622" y="21098"/>
                  </a:lnTo>
                  <a:cubicBezTo>
                    <a:pt x="17872" y="21241"/>
                    <a:pt x="18217" y="21324"/>
                    <a:pt x="18587" y="21324"/>
                  </a:cubicBezTo>
                  <a:cubicBezTo>
                    <a:pt x="18956" y="21324"/>
                    <a:pt x="19289" y="21241"/>
                    <a:pt x="19551" y="21098"/>
                  </a:cubicBezTo>
                  <a:lnTo>
                    <a:pt x="36815" y="11133"/>
                  </a:lnTo>
                  <a:cubicBezTo>
                    <a:pt x="37041" y="11002"/>
                    <a:pt x="37160" y="10835"/>
                    <a:pt x="37160" y="10668"/>
                  </a:cubicBezTo>
                  <a:cubicBezTo>
                    <a:pt x="37160" y="10490"/>
                    <a:pt x="37041" y="10323"/>
                    <a:pt x="36815" y="10192"/>
                  </a:cubicBezTo>
                  <a:lnTo>
                    <a:pt x="19551" y="227"/>
                  </a:lnTo>
                  <a:cubicBezTo>
                    <a:pt x="19289" y="84"/>
                    <a:pt x="18956" y="0"/>
                    <a:pt x="18587" y="0"/>
                  </a:cubicBezTo>
                  <a:close/>
                </a:path>
              </a:pathLst>
            </a:custGeom>
            <a:solidFill>
              <a:srgbClr val="6D6E7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4" name="Google Shape;2044;p50"/>
            <p:cNvSpPr/>
            <p:nvPr/>
          </p:nvSpPr>
          <p:spPr>
            <a:xfrm>
              <a:off x="4458545" y="3571877"/>
              <a:ext cx="910645" cy="1034983"/>
            </a:xfrm>
            <a:custGeom>
              <a:avLst/>
              <a:gdLst/>
              <a:ahLst/>
              <a:cxnLst/>
              <a:rect l="l" t="t" r="r" b="b"/>
              <a:pathLst>
                <a:path w="38685" h="43967" extrusionOk="0">
                  <a:moveTo>
                    <a:pt x="19349" y="151"/>
                  </a:moveTo>
                  <a:cubicBezTo>
                    <a:pt x="19718" y="151"/>
                    <a:pt x="20051" y="235"/>
                    <a:pt x="20313" y="378"/>
                  </a:cubicBezTo>
                  <a:lnTo>
                    <a:pt x="37577" y="10343"/>
                  </a:lnTo>
                  <a:cubicBezTo>
                    <a:pt x="37803" y="10474"/>
                    <a:pt x="37922" y="10641"/>
                    <a:pt x="37922" y="10819"/>
                  </a:cubicBezTo>
                  <a:cubicBezTo>
                    <a:pt x="37922" y="10986"/>
                    <a:pt x="37803" y="11153"/>
                    <a:pt x="37577" y="11284"/>
                  </a:cubicBezTo>
                  <a:lnTo>
                    <a:pt x="20313" y="21249"/>
                  </a:lnTo>
                  <a:cubicBezTo>
                    <a:pt x="20051" y="21392"/>
                    <a:pt x="19718" y="21475"/>
                    <a:pt x="19349" y="21475"/>
                  </a:cubicBezTo>
                  <a:cubicBezTo>
                    <a:pt x="18979" y="21475"/>
                    <a:pt x="18634" y="21392"/>
                    <a:pt x="18384" y="21249"/>
                  </a:cubicBezTo>
                  <a:lnTo>
                    <a:pt x="1120" y="11284"/>
                  </a:lnTo>
                  <a:cubicBezTo>
                    <a:pt x="894" y="11153"/>
                    <a:pt x="763" y="10986"/>
                    <a:pt x="763" y="10819"/>
                  </a:cubicBezTo>
                  <a:cubicBezTo>
                    <a:pt x="763" y="10641"/>
                    <a:pt x="894" y="10474"/>
                    <a:pt x="1120" y="10343"/>
                  </a:cubicBezTo>
                  <a:lnTo>
                    <a:pt x="18384" y="378"/>
                  </a:lnTo>
                  <a:cubicBezTo>
                    <a:pt x="18634" y="235"/>
                    <a:pt x="18979" y="151"/>
                    <a:pt x="19349" y="151"/>
                  </a:cubicBezTo>
                  <a:close/>
                  <a:moveTo>
                    <a:pt x="584" y="11427"/>
                  </a:moveTo>
                  <a:cubicBezTo>
                    <a:pt x="691" y="11427"/>
                    <a:pt x="834" y="11474"/>
                    <a:pt x="965" y="11546"/>
                  </a:cubicBezTo>
                  <a:lnTo>
                    <a:pt x="18229" y="21511"/>
                  </a:lnTo>
                  <a:cubicBezTo>
                    <a:pt x="18765" y="21821"/>
                    <a:pt x="19194" y="22571"/>
                    <a:pt x="19194" y="23190"/>
                  </a:cubicBezTo>
                  <a:lnTo>
                    <a:pt x="19194" y="43121"/>
                  </a:lnTo>
                  <a:cubicBezTo>
                    <a:pt x="19194" y="43478"/>
                    <a:pt x="19039" y="43704"/>
                    <a:pt x="18765" y="43704"/>
                  </a:cubicBezTo>
                  <a:cubicBezTo>
                    <a:pt x="18658" y="43704"/>
                    <a:pt x="18515" y="43657"/>
                    <a:pt x="18384" y="43585"/>
                  </a:cubicBezTo>
                  <a:lnTo>
                    <a:pt x="1120" y="33620"/>
                  </a:lnTo>
                  <a:cubicBezTo>
                    <a:pt x="596" y="33310"/>
                    <a:pt x="156" y="32560"/>
                    <a:pt x="156" y="31953"/>
                  </a:cubicBezTo>
                  <a:lnTo>
                    <a:pt x="156" y="12022"/>
                  </a:lnTo>
                  <a:cubicBezTo>
                    <a:pt x="156" y="11653"/>
                    <a:pt x="310" y="11427"/>
                    <a:pt x="584" y="11427"/>
                  </a:cubicBezTo>
                  <a:close/>
                  <a:moveTo>
                    <a:pt x="38113" y="11427"/>
                  </a:moveTo>
                  <a:cubicBezTo>
                    <a:pt x="38375" y="11427"/>
                    <a:pt x="38529" y="11653"/>
                    <a:pt x="38529" y="12022"/>
                  </a:cubicBezTo>
                  <a:lnTo>
                    <a:pt x="38529" y="31953"/>
                  </a:lnTo>
                  <a:cubicBezTo>
                    <a:pt x="38529" y="32560"/>
                    <a:pt x="38101" y="33310"/>
                    <a:pt x="37577" y="33620"/>
                  </a:cubicBezTo>
                  <a:lnTo>
                    <a:pt x="20313" y="43585"/>
                  </a:lnTo>
                  <a:cubicBezTo>
                    <a:pt x="20170" y="43657"/>
                    <a:pt x="20039" y="43704"/>
                    <a:pt x="19920" y="43704"/>
                  </a:cubicBezTo>
                  <a:cubicBezTo>
                    <a:pt x="19658" y="43704"/>
                    <a:pt x="19503" y="43478"/>
                    <a:pt x="19503" y="43121"/>
                  </a:cubicBezTo>
                  <a:lnTo>
                    <a:pt x="19503" y="23190"/>
                  </a:lnTo>
                  <a:cubicBezTo>
                    <a:pt x="19503" y="22571"/>
                    <a:pt x="19932" y="21821"/>
                    <a:pt x="20468" y="21511"/>
                  </a:cubicBezTo>
                  <a:lnTo>
                    <a:pt x="37732" y="11546"/>
                  </a:lnTo>
                  <a:cubicBezTo>
                    <a:pt x="37863" y="11474"/>
                    <a:pt x="37994" y="11427"/>
                    <a:pt x="38113" y="11427"/>
                  </a:cubicBezTo>
                  <a:close/>
                  <a:moveTo>
                    <a:pt x="19319" y="1"/>
                  </a:moveTo>
                  <a:cubicBezTo>
                    <a:pt x="19232" y="1"/>
                    <a:pt x="19147" y="4"/>
                    <a:pt x="19063" y="8"/>
                  </a:cubicBezTo>
                  <a:cubicBezTo>
                    <a:pt x="19051" y="20"/>
                    <a:pt x="19039" y="20"/>
                    <a:pt x="19015" y="20"/>
                  </a:cubicBezTo>
                  <a:cubicBezTo>
                    <a:pt x="18741" y="56"/>
                    <a:pt x="18467" y="151"/>
                    <a:pt x="18217" y="294"/>
                  </a:cubicBezTo>
                  <a:lnTo>
                    <a:pt x="1132" y="10164"/>
                  </a:lnTo>
                  <a:cubicBezTo>
                    <a:pt x="1013" y="10224"/>
                    <a:pt x="918" y="10295"/>
                    <a:pt x="822" y="10379"/>
                  </a:cubicBezTo>
                  <a:cubicBezTo>
                    <a:pt x="406" y="10724"/>
                    <a:pt x="120" y="11200"/>
                    <a:pt x="37" y="11736"/>
                  </a:cubicBezTo>
                  <a:cubicBezTo>
                    <a:pt x="13" y="11855"/>
                    <a:pt x="1" y="11986"/>
                    <a:pt x="1" y="12117"/>
                  </a:cubicBezTo>
                  <a:lnTo>
                    <a:pt x="1" y="31846"/>
                  </a:lnTo>
                  <a:cubicBezTo>
                    <a:pt x="1" y="32108"/>
                    <a:pt x="48" y="32346"/>
                    <a:pt x="120" y="32584"/>
                  </a:cubicBezTo>
                  <a:cubicBezTo>
                    <a:pt x="132" y="32596"/>
                    <a:pt x="132" y="32608"/>
                    <a:pt x="144" y="32620"/>
                  </a:cubicBezTo>
                  <a:cubicBezTo>
                    <a:pt x="239" y="32870"/>
                    <a:pt x="370" y="33096"/>
                    <a:pt x="537" y="33310"/>
                  </a:cubicBezTo>
                  <a:cubicBezTo>
                    <a:pt x="549" y="33322"/>
                    <a:pt x="560" y="33334"/>
                    <a:pt x="560" y="33334"/>
                  </a:cubicBezTo>
                  <a:cubicBezTo>
                    <a:pt x="715" y="33513"/>
                    <a:pt x="894" y="33667"/>
                    <a:pt x="1096" y="33786"/>
                  </a:cubicBezTo>
                  <a:lnTo>
                    <a:pt x="12633" y="40442"/>
                  </a:lnTo>
                  <a:lnTo>
                    <a:pt x="18217" y="43669"/>
                  </a:lnTo>
                  <a:cubicBezTo>
                    <a:pt x="18336" y="43728"/>
                    <a:pt x="18444" y="43788"/>
                    <a:pt x="18563" y="43823"/>
                  </a:cubicBezTo>
                  <a:cubicBezTo>
                    <a:pt x="18819" y="43919"/>
                    <a:pt x="19087" y="43966"/>
                    <a:pt x="19353" y="43966"/>
                  </a:cubicBezTo>
                  <a:cubicBezTo>
                    <a:pt x="19619" y="43966"/>
                    <a:pt x="19884" y="43919"/>
                    <a:pt x="20134" y="43823"/>
                  </a:cubicBezTo>
                  <a:lnTo>
                    <a:pt x="20146" y="43823"/>
                  </a:lnTo>
                  <a:cubicBezTo>
                    <a:pt x="20253" y="43776"/>
                    <a:pt x="20361" y="43728"/>
                    <a:pt x="20468" y="43669"/>
                  </a:cubicBezTo>
                  <a:lnTo>
                    <a:pt x="37589" y="33786"/>
                  </a:lnTo>
                  <a:cubicBezTo>
                    <a:pt x="37803" y="33655"/>
                    <a:pt x="37982" y="33513"/>
                    <a:pt x="38137" y="33334"/>
                  </a:cubicBezTo>
                  <a:lnTo>
                    <a:pt x="38160" y="33310"/>
                  </a:lnTo>
                  <a:cubicBezTo>
                    <a:pt x="38327" y="33108"/>
                    <a:pt x="38458" y="32870"/>
                    <a:pt x="38553" y="32620"/>
                  </a:cubicBezTo>
                  <a:cubicBezTo>
                    <a:pt x="38565" y="32608"/>
                    <a:pt x="38565" y="32596"/>
                    <a:pt x="38565" y="32584"/>
                  </a:cubicBezTo>
                  <a:cubicBezTo>
                    <a:pt x="38649" y="32346"/>
                    <a:pt x="38684" y="32108"/>
                    <a:pt x="38684" y="31858"/>
                  </a:cubicBezTo>
                  <a:lnTo>
                    <a:pt x="38684" y="12117"/>
                  </a:lnTo>
                  <a:cubicBezTo>
                    <a:pt x="38684" y="11986"/>
                    <a:pt x="38684" y="11855"/>
                    <a:pt x="38660" y="11736"/>
                  </a:cubicBezTo>
                  <a:cubicBezTo>
                    <a:pt x="38565" y="11212"/>
                    <a:pt x="38291" y="10736"/>
                    <a:pt x="37887" y="10391"/>
                  </a:cubicBezTo>
                  <a:cubicBezTo>
                    <a:pt x="37791" y="10307"/>
                    <a:pt x="37684" y="10236"/>
                    <a:pt x="37565" y="10164"/>
                  </a:cubicBezTo>
                  <a:lnTo>
                    <a:pt x="20468" y="294"/>
                  </a:lnTo>
                  <a:cubicBezTo>
                    <a:pt x="20230" y="151"/>
                    <a:pt x="19956" y="68"/>
                    <a:pt x="19682" y="20"/>
                  </a:cubicBezTo>
                  <a:cubicBezTo>
                    <a:pt x="19563" y="6"/>
                    <a:pt x="19441" y="1"/>
                    <a:pt x="193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50"/>
            <p:cNvSpPr/>
            <p:nvPr/>
          </p:nvSpPr>
          <p:spPr>
            <a:xfrm>
              <a:off x="4917645" y="3840844"/>
              <a:ext cx="447896" cy="759848"/>
            </a:xfrm>
            <a:custGeom>
              <a:avLst/>
              <a:gdLst/>
              <a:ahLst/>
              <a:cxnLst/>
              <a:rect l="l" t="t" r="r" b="b"/>
              <a:pathLst>
                <a:path w="19027" h="32279" extrusionOk="0">
                  <a:moveTo>
                    <a:pt x="18610" y="1"/>
                  </a:moveTo>
                  <a:cubicBezTo>
                    <a:pt x="18491" y="1"/>
                    <a:pt x="18360" y="48"/>
                    <a:pt x="18229" y="120"/>
                  </a:cubicBezTo>
                  <a:lnTo>
                    <a:pt x="965" y="10085"/>
                  </a:lnTo>
                  <a:cubicBezTo>
                    <a:pt x="429" y="10395"/>
                    <a:pt x="0" y="11145"/>
                    <a:pt x="0" y="11752"/>
                  </a:cubicBezTo>
                  <a:lnTo>
                    <a:pt x="0" y="31695"/>
                  </a:lnTo>
                  <a:cubicBezTo>
                    <a:pt x="0" y="32052"/>
                    <a:pt x="155" y="32278"/>
                    <a:pt x="417" y="32278"/>
                  </a:cubicBezTo>
                  <a:cubicBezTo>
                    <a:pt x="536" y="32278"/>
                    <a:pt x="667" y="32231"/>
                    <a:pt x="810" y="32159"/>
                  </a:cubicBezTo>
                  <a:lnTo>
                    <a:pt x="18074" y="22194"/>
                  </a:lnTo>
                  <a:cubicBezTo>
                    <a:pt x="18598" y="21884"/>
                    <a:pt x="19026" y="21134"/>
                    <a:pt x="19026" y="20527"/>
                  </a:cubicBezTo>
                  <a:lnTo>
                    <a:pt x="19026" y="596"/>
                  </a:lnTo>
                  <a:cubicBezTo>
                    <a:pt x="19026" y="227"/>
                    <a:pt x="18872" y="1"/>
                    <a:pt x="18610" y="1"/>
                  </a:cubicBezTo>
                  <a:close/>
                </a:path>
              </a:pathLst>
            </a:custGeom>
            <a:solidFill>
              <a:srgbClr val="B52D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50"/>
            <p:cNvSpPr/>
            <p:nvPr/>
          </p:nvSpPr>
          <p:spPr>
            <a:xfrm>
              <a:off x="4476482" y="3575431"/>
              <a:ext cx="874770" cy="501990"/>
            </a:xfrm>
            <a:custGeom>
              <a:avLst/>
              <a:gdLst/>
              <a:ahLst/>
              <a:cxnLst/>
              <a:rect l="l" t="t" r="r" b="b"/>
              <a:pathLst>
                <a:path w="37161" h="21325" extrusionOk="0">
                  <a:moveTo>
                    <a:pt x="18587" y="0"/>
                  </a:moveTo>
                  <a:cubicBezTo>
                    <a:pt x="18217" y="0"/>
                    <a:pt x="17872" y="84"/>
                    <a:pt x="17622" y="227"/>
                  </a:cubicBezTo>
                  <a:lnTo>
                    <a:pt x="358" y="10192"/>
                  </a:lnTo>
                  <a:cubicBezTo>
                    <a:pt x="132" y="10323"/>
                    <a:pt x="1" y="10490"/>
                    <a:pt x="1" y="10668"/>
                  </a:cubicBezTo>
                  <a:cubicBezTo>
                    <a:pt x="1" y="10835"/>
                    <a:pt x="132" y="11002"/>
                    <a:pt x="358" y="11133"/>
                  </a:cubicBezTo>
                  <a:lnTo>
                    <a:pt x="17622" y="21098"/>
                  </a:lnTo>
                  <a:cubicBezTo>
                    <a:pt x="17872" y="21241"/>
                    <a:pt x="18217" y="21324"/>
                    <a:pt x="18587" y="21324"/>
                  </a:cubicBezTo>
                  <a:cubicBezTo>
                    <a:pt x="18956" y="21324"/>
                    <a:pt x="19289" y="21241"/>
                    <a:pt x="19551" y="21098"/>
                  </a:cubicBezTo>
                  <a:lnTo>
                    <a:pt x="36815" y="11133"/>
                  </a:lnTo>
                  <a:cubicBezTo>
                    <a:pt x="37041" y="11002"/>
                    <a:pt x="37160" y="10835"/>
                    <a:pt x="37160" y="10668"/>
                  </a:cubicBezTo>
                  <a:cubicBezTo>
                    <a:pt x="37160" y="10490"/>
                    <a:pt x="37041" y="10323"/>
                    <a:pt x="36815" y="10192"/>
                  </a:cubicBezTo>
                  <a:lnTo>
                    <a:pt x="19551" y="227"/>
                  </a:lnTo>
                  <a:cubicBezTo>
                    <a:pt x="19289" y="84"/>
                    <a:pt x="18956" y="0"/>
                    <a:pt x="1858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50"/>
            <p:cNvSpPr/>
            <p:nvPr/>
          </p:nvSpPr>
          <p:spPr>
            <a:xfrm>
              <a:off x="4462194" y="3840844"/>
              <a:ext cx="448178" cy="759848"/>
            </a:xfrm>
            <a:custGeom>
              <a:avLst/>
              <a:gdLst/>
              <a:ahLst/>
              <a:cxnLst/>
              <a:rect l="l" t="t" r="r" b="b"/>
              <a:pathLst>
                <a:path w="19039" h="32279" extrusionOk="0">
                  <a:moveTo>
                    <a:pt x="429" y="1"/>
                  </a:moveTo>
                  <a:cubicBezTo>
                    <a:pt x="155" y="1"/>
                    <a:pt x="1" y="227"/>
                    <a:pt x="1" y="596"/>
                  </a:cubicBezTo>
                  <a:lnTo>
                    <a:pt x="1" y="20527"/>
                  </a:lnTo>
                  <a:cubicBezTo>
                    <a:pt x="1" y="21134"/>
                    <a:pt x="441" y="21884"/>
                    <a:pt x="965" y="22194"/>
                  </a:cubicBezTo>
                  <a:lnTo>
                    <a:pt x="18229" y="32159"/>
                  </a:lnTo>
                  <a:cubicBezTo>
                    <a:pt x="18360" y="32231"/>
                    <a:pt x="18503" y="32278"/>
                    <a:pt x="18610" y="32278"/>
                  </a:cubicBezTo>
                  <a:cubicBezTo>
                    <a:pt x="18884" y="32278"/>
                    <a:pt x="19039" y="32052"/>
                    <a:pt x="19039" y="31695"/>
                  </a:cubicBezTo>
                  <a:lnTo>
                    <a:pt x="19039" y="11752"/>
                  </a:lnTo>
                  <a:cubicBezTo>
                    <a:pt x="19039" y="11145"/>
                    <a:pt x="18610" y="10395"/>
                    <a:pt x="18074" y="10085"/>
                  </a:cubicBezTo>
                  <a:lnTo>
                    <a:pt x="810" y="120"/>
                  </a:lnTo>
                  <a:cubicBezTo>
                    <a:pt x="679" y="48"/>
                    <a:pt x="536" y="1"/>
                    <a:pt x="429" y="1"/>
                  </a:cubicBezTo>
                  <a:close/>
                </a:path>
              </a:pathLst>
            </a:custGeom>
            <a:solidFill>
              <a:srgbClr val="DB6E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50"/>
            <p:cNvSpPr/>
            <p:nvPr/>
          </p:nvSpPr>
          <p:spPr>
            <a:xfrm>
              <a:off x="4764329" y="4390761"/>
              <a:ext cx="82979" cy="107225"/>
            </a:xfrm>
            <a:custGeom>
              <a:avLst/>
              <a:gdLst/>
              <a:ahLst/>
              <a:cxnLst/>
              <a:rect l="l" t="t" r="r" b="b"/>
              <a:pathLst>
                <a:path w="3525" h="4555" extrusionOk="0">
                  <a:moveTo>
                    <a:pt x="980" y="0"/>
                  </a:moveTo>
                  <a:cubicBezTo>
                    <a:pt x="399" y="0"/>
                    <a:pt x="1" y="465"/>
                    <a:pt x="1" y="1262"/>
                  </a:cubicBezTo>
                  <a:cubicBezTo>
                    <a:pt x="1" y="2381"/>
                    <a:pt x="786" y="3750"/>
                    <a:pt x="1763" y="4310"/>
                  </a:cubicBezTo>
                  <a:cubicBezTo>
                    <a:pt x="2047" y="4476"/>
                    <a:pt x="2316" y="4555"/>
                    <a:pt x="2553" y="4555"/>
                  </a:cubicBezTo>
                  <a:cubicBezTo>
                    <a:pt x="3130" y="4555"/>
                    <a:pt x="3525" y="4091"/>
                    <a:pt x="3525" y="3298"/>
                  </a:cubicBezTo>
                  <a:cubicBezTo>
                    <a:pt x="3525" y="2178"/>
                    <a:pt x="2739" y="809"/>
                    <a:pt x="1763" y="238"/>
                  </a:cubicBezTo>
                  <a:cubicBezTo>
                    <a:pt x="1481" y="76"/>
                    <a:pt x="1216" y="0"/>
                    <a:pt x="9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50"/>
            <p:cNvSpPr/>
            <p:nvPr/>
          </p:nvSpPr>
          <p:spPr>
            <a:xfrm>
              <a:off x="4772168" y="4109859"/>
              <a:ext cx="83002" cy="107178"/>
            </a:xfrm>
            <a:custGeom>
              <a:avLst/>
              <a:gdLst/>
              <a:ahLst/>
              <a:cxnLst/>
              <a:rect l="l" t="t" r="r" b="b"/>
              <a:pathLst>
                <a:path w="3526" h="4553" extrusionOk="0">
                  <a:moveTo>
                    <a:pt x="974" y="1"/>
                  </a:moveTo>
                  <a:cubicBezTo>
                    <a:pt x="396" y="1"/>
                    <a:pt x="1" y="459"/>
                    <a:pt x="1" y="1253"/>
                  </a:cubicBezTo>
                  <a:cubicBezTo>
                    <a:pt x="1" y="2384"/>
                    <a:pt x="787" y="3753"/>
                    <a:pt x="1763" y="4313"/>
                  </a:cubicBezTo>
                  <a:cubicBezTo>
                    <a:pt x="2047" y="4475"/>
                    <a:pt x="2314" y="4552"/>
                    <a:pt x="2551" y="4552"/>
                  </a:cubicBezTo>
                  <a:cubicBezTo>
                    <a:pt x="3129" y="4552"/>
                    <a:pt x="3525" y="4091"/>
                    <a:pt x="3525" y="3289"/>
                  </a:cubicBezTo>
                  <a:cubicBezTo>
                    <a:pt x="3525" y="2169"/>
                    <a:pt x="2739" y="800"/>
                    <a:pt x="1763" y="241"/>
                  </a:cubicBezTo>
                  <a:cubicBezTo>
                    <a:pt x="1479" y="78"/>
                    <a:pt x="1211" y="1"/>
                    <a:pt x="9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50"/>
            <p:cNvSpPr/>
            <p:nvPr/>
          </p:nvSpPr>
          <p:spPr>
            <a:xfrm>
              <a:off x="4496115" y="4254088"/>
              <a:ext cx="82979" cy="107225"/>
            </a:xfrm>
            <a:custGeom>
              <a:avLst/>
              <a:gdLst/>
              <a:ahLst/>
              <a:cxnLst/>
              <a:rect l="l" t="t" r="r" b="b"/>
              <a:pathLst>
                <a:path w="3525" h="4555" extrusionOk="0">
                  <a:moveTo>
                    <a:pt x="972" y="0"/>
                  </a:moveTo>
                  <a:cubicBezTo>
                    <a:pt x="395" y="0"/>
                    <a:pt x="0" y="464"/>
                    <a:pt x="0" y="1257"/>
                  </a:cubicBezTo>
                  <a:cubicBezTo>
                    <a:pt x="0" y="2377"/>
                    <a:pt x="786" y="3746"/>
                    <a:pt x="1762" y="4317"/>
                  </a:cubicBezTo>
                  <a:cubicBezTo>
                    <a:pt x="2040" y="4479"/>
                    <a:pt x="2304" y="4555"/>
                    <a:pt x="2540" y="4555"/>
                  </a:cubicBezTo>
                  <a:cubicBezTo>
                    <a:pt x="3120" y="4555"/>
                    <a:pt x="3525" y="4090"/>
                    <a:pt x="3525" y="3293"/>
                  </a:cubicBezTo>
                  <a:cubicBezTo>
                    <a:pt x="3525" y="2174"/>
                    <a:pt x="2727" y="805"/>
                    <a:pt x="1762" y="245"/>
                  </a:cubicBezTo>
                  <a:cubicBezTo>
                    <a:pt x="1478" y="79"/>
                    <a:pt x="1209" y="0"/>
                    <a:pt x="9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50"/>
            <p:cNvSpPr/>
            <p:nvPr/>
          </p:nvSpPr>
          <p:spPr>
            <a:xfrm>
              <a:off x="4510121" y="3963158"/>
              <a:ext cx="82979" cy="107295"/>
            </a:xfrm>
            <a:custGeom>
              <a:avLst/>
              <a:gdLst/>
              <a:ahLst/>
              <a:cxnLst/>
              <a:rect l="l" t="t" r="r" b="b"/>
              <a:pathLst>
                <a:path w="3525" h="4558" extrusionOk="0">
                  <a:moveTo>
                    <a:pt x="972" y="1"/>
                  </a:moveTo>
                  <a:cubicBezTo>
                    <a:pt x="395" y="1"/>
                    <a:pt x="1" y="465"/>
                    <a:pt x="1" y="1258"/>
                  </a:cubicBezTo>
                  <a:cubicBezTo>
                    <a:pt x="1" y="2389"/>
                    <a:pt x="786" y="3746"/>
                    <a:pt x="1763" y="4318"/>
                  </a:cubicBezTo>
                  <a:cubicBezTo>
                    <a:pt x="2046" y="4480"/>
                    <a:pt x="2314" y="4557"/>
                    <a:pt x="2550" y="4557"/>
                  </a:cubicBezTo>
                  <a:cubicBezTo>
                    <a:pt x="3129" y="4557"/>
                    <a:pt x="3525" y="4096"/>
                    <a:pt x="3525" y="3294"/>
                  </a:cubicBezTo>
                  <a:cubicBezTo>
                    <a:pt x="3525" y="2174"/>
                    <a:pt x="2739" y="805"/>
                    <a:pt x="1763" y="246"/>
                  </a:cubicBezTo>
                  <a:cubicBezTo>
                    <a:pt x="1478" y="79"/>
                    <a:pt x="1210" y="1"/>
                    <a:pt x="9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50"/>
            <p:cNvSpPr/>
            <p:nvPr/>
          </p:nvSpPr>
          <p:spPr>
            <a:xfrm>
              <a:off x="4843918" y="3657751"/>
              <a:ext cx="140157" cy="73821"/>
            </a:xfrm>
            <a:custGeom>
              <a:avLst/>
              <a:gdLst/>
              <a:ahLst/>
              <a:cxnLst/>
              <a:rect l="l" t="t" r="r" b="b"/>
              <a:pathLst>
                <a:path w="5954" h="3136" extrusionOk="0">
                  <a:moveTo>
                    <a:pt x="2978" y="1"/>
                  </a:moveTo>
                  <a:cubicBezTo>
                    <a:pt x="2284" y="1"/>
                    <a:pt x="1590" y="153"/>
                    <a:pt x="1061" y="456"/>
                  </a:cubicBezTo>
                  <a:cubicBezTo>
                    <a:pt x="1" y="1075"/>
                    <a:pt x="1" y="2064"/>
                    <a:pt x="1061" y="2671"/>
                  </a:cubicBezTo>
                  <a:cubicBezTo>
                    <a:pt x="1590" y="2980"/>
                    <a:pt x="2284" y="3135"/>
                    <a:pt x="2978" y="3135"/>
                  </a:cubicBezTo>
                  <a:cubicBezTo>
                    <a:pt x="3671" y="3135"/>
                    <a:pt x="4365" y="2980"/>
                    <a:pt x="4894" y="2671"/>
                  </a:cubicBezTo>
                  <a:cubicBezTo>
                    <a:pt x="5954" y="2064"/>
                    <a:pt x="5954" y="1075"/>
                    <a:pt x="4894" y="456"/>
                  </a:cubicBezTo>
                  <a:cubicBezTo>
                    <a:pt x="4365" y="153"/>
                    <a:pt x="3671" y="1"/>
                    <a:pt x="29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50"/>
            <p:cNvSpPr/>
            <p:nvPr/>
          </p:nvSpPr>
          <p:spPr>
            <a:xfrm>
              <a:off x="4616357" y="3789551"/>
              <a:ext cx="140157" cy="73798"/>
            </a:xfrm>
            <a:custGeom>
              <a:avLst/>
              <a:gdLst/>
              <a:ahLst/>
              <a:cxnLst/>
              <a:rect l="l" t="t" r="r" b="b"/>
              <a:pathLst>
                <a:path w="5954" h="3135" extrusionOk="0">
                  <a:moveTo>
                    <a:pt x="2972" y="1"/>
                  </a:moveTo>
                  <a:cubicBezTo>
                    <a:pt x="2277" y="1"/>
                    <a:pt x="1584" y="155"/>
                    <a:pt x="1060" y="465"/>
                  </a:cubicBezTo>
                  <a:cubicBezTo>
                    <a:pt x="0" y="1072"/>
                    <a:pt x="0" y="2060"/>
                    <a:pt x="1060" y="2680"/>
                  </a:cubicBezTo>
                  <a:cubicBezTo>
                    <a:pt x="1584" y="2983"/>
                    <a:pt x="2277" y="3135"/>
                    <a:pt x="2972" y="3135"/>
                  </a:cubicBezTo>
                  <a:cubicBezTo>
                    <a:pt x="3667" y="3135"/>
                    <a:pt x="4364" y="2983"/>
                    <a:pt x="4894" y="2680"/>
                  </a:cubicBezTo>
                  <a:cubicBezTo>
                    <a:pt x="5953" y="2060"/>
                    <a:pt x="5953" y="1072"/>
                    <a:pt x="4894" y="465"/>
                  </a:cubicBezTo>
                  <a:cubicBezTo>
                    <a:pt x="4364" y="155"/>
                    <a:pt x="3667" y="1"/>
                    <a:pt x="29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50"/>
            <p:cNvSpPr/>
            <p:nvPr/>
          </p:nvSpPr>
          <p:spPr>
            <a:xfrm>
              <a:off x="5063663" y="3789551"/>
              <a:ext cx="140157" cy="73798"/>
            </a:xfrm>
            <a:custGeom>
              <a:avLst/>
              <a:gdLst/>
              <a:ahLst/>
              <a:cxnLst/>
              <a:rect l="l" t="t" r="r" b="b"/>
              <a:pathLst>
                <a:path w="5954" h="3135" extrusionOk="0">
                  <a:moveTo>
                    <a:pt x="2977" y="1"/>
                  </a:moveTo>
                  <a:cubicBezTo>
                    <a:pt x="2283" y="1"/>
                    <a:pt x="1590" y="155"/>
                    <a:pt x="1060" y="465"/>
                  </a:cubicBezTo>
                  <a:cubicBezTo>
                    <a:pt x="0" y="1072"/>
                    <a:pt x="0" y="2060"/>
                    <a:pt x="1060" y="2680"/>
                  </a:cubicBezTo>
                  <a:cubicBezTo>
                    <a:pt x="1590" y="2983"/>
                    <a:pt x="2283" y="3135"/>
                    <a:pt x="2977" y="3135"/>
                  </a:cubicBezTo>
                  <a:cubicBezTo>
                    <a:pt x="3671" y="3135"/>
                    <a:pt x="4364" y="2983"/>
                    <a:pt x="4894" y="2680"/>
                  </a:cubicBezTo>
                  <a:cubicBezTo>
                    <a:pt x="5954" y="2060"/>
                    <a:pt x="5954" y="1072"/>
                    <a:pt x="4894" y="465"/>
                  </a:cubicBezTo>
                  <a:cubicBezTo>
                    <a:pt x="4364" y="155"/>
                    <a:pt x="3671" y="1"/>
                    <a:pt x="29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50"/>
            <p:cNvSpPr/>
            <p:nvPr/>
          </p:nvSpPr>
          <p:spPr>
            <a:xfrm>
              <a:off x="4843918" y="3926247"/>
              <a:ext cx="140157" cy="73821"/>
            </a:xfrm>
            <a:custGeom>
              <a:avLst/>
              <a:gdLst/>
              <a:ahLst/>
              <a:cxnLst/>
              <a:rect l="l" t="t" r="r" b="b"/>
              <a:pathLst>
                <a:path w="5954" h="3136" extrusionOk="0">
                  <a:moveTo>
                    <a:pt x="2978" y="1"/>
                  </a:moveTo>
                  <a:cubicBezTo>
                    <a:pt x="2284" y="1"/>
                    <a:pt x="1590" y="153"/>
                    <a:pt x="1061" y="456"/>
                  </a:cubicBezTo>
                  <a:cubicBezTo>
                    <a:pt x="1" y="1075"/>
                    <a:pt x="1" y="2064"/>
                    <a:pt x="1061" y="2671"/>
                  </a:cubicBezTo>
                  <a:cubicBezTo>
                    <a:pt x="1590" y="2980"/>
                    <a:pt x="2284" y="3135"/>
                    <a:pt x="2978" y="3135"/>
                  </a:cubicBezTo>
                  <a:cubicBezTo>
                    <a:pt x="3671" y="3135"/>
                    <a:pt x="4365" y="2980"/>
                    <a:pt x="4894" y="2671"/>
                  </a:cubicBezTo>
                  <a:cubicBezTo>
                    <a:pt x="5954" y="2064"/>
                    <a:pt x="5954" y="1075"/>
                    <a:pt x="4894" y="456"/>
                  </a:cubicBezTo>
                  <a:cubicBezTo>
                    <a:pt x="4365" y="153"/>
                    <a:pt x="3671" y="1"/>
                    <a:pt x="29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50"/>
            <p:cNvSpPr/>
            <p:nvPr/>
          </p:nvSpPr>
          <p:spPr>
            <a:xfrm rot="10800000" flipH="1">
              <a:off x="5230279" y="3963158"/>
              <a:ext cx="82979" cy="107225"/>
            </a:xfrm>
            <a:custGeom>
              <a:avLst/>
              <a:gdLst/>
              <a:ahLst/>
              <a:cxnLst/>
              <a:rect l="l" t="t" r="r" b="b"/>
              <a:pathLst>
                <a:path w="3525" h="4555" extrusionOk="0">
                  <a:moveTo>
                    <a:pt x="980" y="0"/>
                  </a:moveTo>
                  <a:cubicBezTo>
                    <a:pt x="399" y="0"/>
                    <a:pt x="1" y="465"/>
                    <a:pt x="1" y="1262"/>
                  </a:cubicBezTo>
                  <a:cubicBezTo>
                    <a:pt x="1" y="2381"/>
                    <a:pt x="786" y="3750"/>
                    <a:pt x="1763" y="4310"/>
                  </a:cubicBezTo>
                  <a:cubicBezTo>
                    <a:pt x="2047" y="4476"/>
                    <a:pt x="2316" y="4555"/>
                    <a:pt x="2553" y="4555"/>
                  </a:cubicBezTo>
                  <a:cubicBezTo>
                    <a:pt x="3130" y="4555"/>
                    <a:pt x="3525" y="4091"/>
                    <a:pt x="3525" y="3298"/>
                  </a:cubicBezTo>
                  <a:cubicBezTo>
                    <a:pt x="3525" y="2178"/>
                    <a:pt x="2739" y="809"/>
                    <a:pt x="1763" y="238"/>
                  </a:cubicBezTo>
                  <a:cubicBezTo>
                    <a:pt x="1481" y="76"/>
                    <a:pt x="1216" y="0"/>
                    <a:pt x="9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50"/>
            <p:cNvSpPr/>
            <p:nvPr/>
          </p:nvSpPr>
          <p:spPr>
            <a:xfrm rot="10800000" flipH="1">
              <a:off x="5238118" y="4244107"/>
              <a:ext cx="83002" cy="107178"/>
            </a:xfrm>
            <a:custGeom>
              <a:avLst/>
              <a:gdLst/>
              <a:ahLst/>
              <a:cxnLst/>
              <a:rect l="l" t="t" r="r" b="b"/>
              <a:pathLst>
                <a:path w="3526" h="4553" extrusionOk="0">
                  <a:moveTo>
                    <a:pt x="974" y="1"/>
                  </a:moveTo>
                  <a:cubicBezTo>
                    <a:pt x="396" y="1"/>
                    <a:pt x="1" y="459"/>
                    <a:pt x="1" y="1253"/>
                  </a:cubicBezTo>
                  <a:cubicBezTo>
                    <a:pt x="1" y="2384"/>
                    <a:pt x="787" y="3753"/>
                    <a:pt x="1763" y="4313"/>
                  </a:cubicBezTo>
                  <a:cubicBezTo>
                    <a:pt x="2047" y="4475"/>
                    <a:pt x="2314" y="4552"/>
                    <a:pt x="2551" y="4552"/>
                  </a:cubicBezTo>
                  <a:cubicBezTo>
                    <a:pt x="3129" y="4552"/>
                    <a:pt x="3525" y="4091"/>
                    <a:pt x="3525" y="3289"/>
                  </a:cubicBezTo>
                  <a:cubicBezTo>
                    <a:pt x="3525" y="2169"/>
                    <a:pt x="2739" y="800"/>
                    <a:pt x="1763" y="241"/>
                  </a:cubicBezTo>
                  <a:cubicBezTo>
                    <a:pt x="1479" y="78"/>
                    <a:pt x="1211" y="1"/>
                    <a:pt x="9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50"/>
            <p:cNvSpPr/>
            <p:nvPr/>
          </p:nvSpPr>
          <p:spPr>
            <a:xfrm rot="10800000" flipH="1">
              <a:off x="4962065" y="4099831"/>
              <a:ext cx="82979" cy="107225"/>
            </a:xfrm>
            <a:custGeom>
              <a:avLst/>
              <a:gdLst/>
              <a:ahLst/>
              <a:cxnLst/>
              <a:rect l="l" t="t" r="r" b="b"/>
              <a:pathLst>
                <a:path w="3525" h="4555" extrusionOk="0">
                  <a:moveTo>
                    <a:pt x="972" y="0"/>
                  </a:moveTo>
                  <a:cubicBezTo>
                    <a:pt x="395" y="0"/>
                    <a:pt x="0" y="464"/>
                    <a:pt x="0" y="1257"/>
                  </a:cubicBezTo>
                  <a:cubicBezTo>
                    <a:pt x="0" y="2377"/>
                    <a:pt x="786" y="3746"/>
                    <a:pt x="1762" y="4317"/>
                  </a:cubicBezTo>
                  <a:cubicBezTo>
                    <a:pt x="2040" y="4479"/>
                    <a:pt x="2304" y="4555"/>
                    <a:pt x="2540" y="4555"/>
                  </a:cubicBezTo>
                  <a:cubicBezTo>
                    <a:pt x="3120" y="4555"/>
                    <a:pt x="3525" y="4090"/>
                    <a:pt x="3525" y="3293"/>
                  </a:cubicBezTo>
                  <a:cubicBezTo>
                    <a:pt x="3525" y="2174"/>
                    <a:pt x="2727" y="805"/>
                    <a:pt x="1762" y="245"/>
                  </a:cubicBezTo>
                  <a:cubicBezTo>
                    <a:pt x="1478" y="79"/>
                    <a:pt x="1209" y="0"/>
                    <a:pt x="9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50"/>
            <p:cNvSpPr/>
            <p:nvPr/>
          </p:nvSpPr>
          <p:spPr>
            <a:xfrm rot="10800000" flipH="1">
              <a:off x="4976071" y="4390690"/>
              <a:ext cx="82979" cy="107295"/>
            </a:xfrm>
            <a:custGeom>
              <a:avLst/>
              <a:gdLst/>
              <a:ahLst/>
              <a:cxnLst/>
              <a:rect l="l" t="t" r="r" b="b"/>
              <a:pathLst>
                <a:path w="3525" h="4558" extrusionOk="0">
                  <a:moveTo>
                    <a:pt x="972" y="1"/>
                  </a:moveTo>
                  <a:cubicBezTo>
                    <a:pt x="395" y="1"/>
                    <a:pt x="1" y="465"/>
                    <a:pt x="1" y="1258"/>
                  </a:cubicBezTo>
                  <a:cubicBezTo>
                    <a:pt x="1" y="2389"/>
                    <a:pt x="786" y="3746"/>
                    <a:pt x="1763" y="4318"/>
                  </a:cubicBezTo>
                  <a:cubicBezTo>
                    <a:pt x="2046" y="4480"/>
                    <a:pt x="2314" y="4557"/>
                    <a:pt x="2550" y="4557"/>
                  </a:cubicBezTo>
                  <a:cubicBezTo>
                    <a:pt x="3129" y="4557"/>
                    <a:pt x="3525" y="4096"/>
                    <a:pt x="3525" y="3294"/>
                  </a:cubicBezTo>
                  <a:cubicBezTo>
                    <a:pt x="3525" y="2174"/>
                    <a:pt x="2739" y="805"/>
                    <a:pt x="1763" y="246"/>
                  </a:cubicBezTo>
                  <a:cubicBezTo>
                    <a:pt x="1478" y="79"/>
                    <a:pt x="1210" y="1"/>
                    <a:pt x="9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60" name="Google Shape;2060;p50"/>
          <p:cNvSpPr txBox="1"/>
          <p:nvPr/>
        </p:nvSpPr>
        <p:spPr>
          <a:xfrm>
            <a:off x="642696" y="2358084"/>
            <a:ext cx="4580136" cy="6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600" b="1" dirty="0">
                <a:latin typeface="Roboto"/>
                <a:ea typeface="Roboto"/>
                <a:cs typeface="Roboto"/>
                <a:sym typeface="Roboto"/>
              </a:rPr>
              <a:t>Thank You!</a:t>
            </a:r>
            <a:endParaRPr sz="6600" b="1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ce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7F51"/>
      </a:accent1>
      <a:accent2>
        <a:srgbClr val="FF9B54"/>
      </a:accent2>
      <a:accent3>
        <a:srgbClr val="EBB05F"/>
      </a:accent3>
      <a:accent4>
        <a:srgbClr val="CE4257"/>
      </a:accent4>
      <a:accent5>
        <a:srgbClr val="720026"/>
      </a:accent5>
      <a:accent6>
        <a:srgbClr val="B70251"/>
      </a:accent6>
      <a:hlink>
        <a:srgbClr val="4F000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ice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7F51"/>
      </a:accent1>
      <a:accent2>
        <a:srgbClr val="FF9B54"/>
      </a:accent2>
      <a:accent3>
        <a:srgbClr val="CE4257"/>
      </a:accent3>
      <a:accent4>
        <a:srgbClr val="720026"/>
      </a:accent4>
      <a:accent5>
        <a:srgbClr val="4F000B"/>
      </a:accent5>
      <a:accent6>
        <a:srgbClr val="EBB05F"/>
      </a:accent6>
      <a:hlink>
        <a:srgbClr val="FFACC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233</Words>
  <Application>Microsoft Office PowerPoint</Application>
  <PresentationFormat>On-screen Show (16:9)</PresentationFormat>
  <Paragraphs>30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Fira Sans Extra Condensed Medium</vt:lpstr>
      <vt:lpstr>Nunito</vt:lpstr>
      <vt:lpstr>Arial</vt:lpstr>
      <vt:lpstr>Fira Sans Extra Condensed SemiBold</vt:lpstr>
      <vt:lpstr>Roboto</vt:lpstr>
      <vt:lpstr>PT Sans</vt:lpstr>
      <vt:lpstr>Dice Infographics by Slidesgo</vt:lpstr>
      <vt:lpstr>Dice Infographics by Slidesgo</vt:lpstr>
      <vt:lpstr>Android Dice Rolling: A Java Project</vt:lpstr>
      <vt:lpstr>Introduction</vt:lpstr>
      <vt:lpstr>Coding the Dice Rolling Logic</vt:lpstr>
      <vt:lpstr>Testing and Debugging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 Dice Rolling: A Java Project</dc:title>
  <cp:lastModifiedBy>Kanika Bhatia</cp:lastModifiedBy>
  <cp:revision>3</cp:revision>
  <dcterms:modified xsi:type="dcterms:W3CDTF">2023-12-02T05:22:24Z</dcterms:modified>
</cp:coreProperties>
</file>